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9" r:id="rId6"/>
    <p:sldId id="270" r:id="rId7"/>
    <p:sldId id="271" r:id="rId8"/>
    <p:sldId id="272" r:id="rId9"/>
    <p:sldId id="260" r:id="rId10"/>
    <p:sldId id="261" r:id="rId11"/>
    <p:sldId id="262" r:id="rId12"/>
    <p:sldId id="273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28.png"/><Relationship Id="rId7" Type="http://schemas.openxmlformats.org/officeDocument/2006/relationships/image" Target="../media/image17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9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33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28.png"/><Relationship Id="rId7" Type="http://schemas.openxmlformats.org/officeDocument/2006/relationships/image" Target="../media/image17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9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33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0CCD0F-5BDF-4DD8-90C0-BD1565D42B6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AE79649-ECA6-410C-9480-6CE7584536E1}">
      <dgm:prSet/>
      <dgm:spPr/>
      <dgm:t>
        <a:bodyPr/>
        <a:lstStyle/>
        <a:p>
          <a:pPr>
            <a:defRPr cap="all"/>
          </a:pPr>
          <a:r>
            <a:rPr lang="en-US"/>
            <a:t>• Understand key features affecting mobile prices</a:t>
          </a:r>
        </a:p>
      </dgm:t>
    </dgm:pt>
    <dgm:pt modelId="{A3FF9BB0-CE05-4EA0-A6D7-EB5742B218C1}" type="parTrans" cxnId="{85C1FAD5-A47C-47D7-B569-84D2737A688C}">
      <dgm:prSet/>
      <dgm:spPr/>
      <dgm:t>
        <a:bodyPr/>
        <a:lstStyle/>
        <a:p>
          <a:endParaRPr lang="en-US"/>
        </a:p>
      </dgm:t>
    </dgm:pt>
    <dgm:pt modelId="{8EB92C79-A864-4E44-B07C-4DD55841804E}" type="sibTrans" cxnId="{85C1FAD5-A47C-47D7-B569-84D2737A688C}">
      <dgm:prSet/>
      <dgm:spPr/>
      <dgm:t>
        <a:bodyPr/>
        <a:lstStyle/>
        <a:p>
          <a:endParaRPr lang="en-US"/>
        </a:p>
      </dgm:t>
    </dgm:pt>
    <dgm:pt modelId="{3C9C8321-F6D7-4538-8D9F-96237E00AAA9}">
      <dgm:prSet/>
      <dgm:spPr/>
      <dgm:t>
        <a:bodyPr/>
        <a:lstStyle/>
        <a:p>
          <a:pPr>
            <a:defRPr cap="all"/>
          </a:pPr>
          <a:r>
            <a:rPr lang="en-US"/>
            <a:t>• Perform feature extraction analysis</a:t>
          </a:r>
        </a:p>
      </dgm:t>
    </dgm:pt>
    <dgm:pt modelId="{1E8A2187-BF88-47C4-A845-EC904FDCDA09}" type="parTrans" cxnId="{1FB3A72E-63E3-465F-9E6A-CF4B16915701}">
      <dgm:prSet/>
      <dgm:spPr/>
      <dgm:t>
        <a:bodyPr/>
        <a:lstStyle/>
        <a:p>
          <a:endParaRPr lang="en-US"/>
        </a:p>
      </dgm:t>
    </dgm:pt>
    <dgm:pt modelId="{B41145F2-E26C-42E6-A2A8-FD063ECD4300}" type="sibTrans" cxnId="{1FB3A72E-63E3-465F-9E6A-CF4B16915701}">
      <dgm:prSet/>
      <dgm:spPr/>
      <dgm:t>
        <a:bodyPr/>
        <a:lstStyle/>
        <a:p>
          <a:endParaRPr lang="en-US"/>
        </a:p>
      </dgm:t>
    </dgm:pt>
    <dgm:pt modelId="{CE104DE8-1911-4F8E-8CEB-2BCBA454E670}">
      <dgm:prSet/>
      <dgm:spPr/>
      <dgm:t>
        <a:bodyPr/>
        <a:lstStyle/>
        <a:p>
          <a:pPr>
            <a:defRPr cap="all"/>
          </a:pPr>
          <a:r>
            <a:rPr lang="en-US"/>
            <a:t>• Build machine learning model for price prediction</a:t>
          </a:r>
        </a:p>
      </dgm:t>
    </dgm:pt>
    <dgm:pt modelId="{F345A99E-C0E4-4EB1-88C2-735A6F0AC4A8}" type="parTrans" cxnId="{30675014-6061-4A60-B015-5AC7B74FA4F8}">
      <dgm:prSet/>
      <dgm:spPr/>
      <dgm:t>
        <a:bodyPr/>
        <a:lstStyle/>
        <a:p>
          <a:endParaRPr lang="en-US"/>
        </a:p>
      </dgm:t>
    </dgm:pt>
    <dgm:pt modelId="{7ECF48CD-17A7-46F8-85FA-10E9F6D9263F}" type="sibTrans" cxnId="{30675014-6061-4A60-B015-5AC7B74FA4F8}">
      <dgm:prSet/>
      <dgm:spPr/>
      <dgm:t>
        <a:bodyPr/>
        <a:lstStyle/>
        <a:p>
          <a:endParaRPr lang="en-US"/>
        </a:p>
      </dgm:t>
    </dgm:pt>
    <dgm:pt modelId="{C1A2F071-1FD1-4FE3-AFAE-0B568923B1A9}">
      <dgm:prSet/>
      <dgm:spPr/>
      <dgm:t>
        <a:bodyPr/>
        <a:lstStyle/>
        <a:p>
          <a:pPr>
            <a:defRPr cap="all"/>
          </a:pPr>
          <a:r>
            <a:rPr lang="en-US"/>
            <a:t>• Provide pricing strategy recommendations</a:t>
          </a:r>
        </a:p>
      </dgm:t>
    </dgm:pt>
    <dgm:pt modelId="{0FF220AF-D2CB-4DEF-815F-EBDF3FA006BA}" type="parTrans" cxnId="{341D29E1-56F2-4C08-83AC-82EC6D077ED5}">
      <dgm:prSet/>
      <dgm:spPr/>
      <dgm:t>
        <a:bodyPr/>
        <a:lstStyle/>
        <a:p>
          <a:endParaRPr lang="en-US"/>
        </a:p>
      </dgm:t>
    </dgm:pt>
    <dgm:pt modelId="{AC0D46AB-7E60-48AF-AEF3-110F4AAA8562}" type="sibTrans" cxnId="{341D29E1-56F2-4C08-83AC-82EC6D077ED5}">
      <dgm:prSet/>
      <dgm:spPr/>
      <dgm:t>
        <a:bodyPr/>
        <a:lstStyle/>
        <a:p>
          <a:endParaRPr lang="en-US"/>
        </a:p>
      </dgm:t>
    </dgm:pt>
    <dgm:pt modelId="{9CAEF705-B2E2-4E24-BB39-4500DBF5DC58}" type="pres">
      <dgm:prSet presAssocID="{650CCD0F-5BDF-4DD8-90C0-BD1565D42B69}" presName="root" presStyleCnt="0">
        <dgm:presLayoutVars>
          <dgm:dir/>
          <dgm:resizeHandles val="exact"/>
        </dgm:presLayoutVars>
      </dgm:prSet>
      <dgm:spPr/>
    </dgm:pt>
    <dgm:pt modelId="{36415663-BFAC-4119-B810-93CB0AA54F73}" type="pres">
      <dgm:prSet presAssocID="{7AE79649-ECA6-410C-9480-6CE7584536E1}" presName="compNode" presStyleCnt="0"/>
      <dgm:spPr/>
    </dgm:pt>
    <dgm:pt modelId="{94A9B487-30FB-4AAE-8BF4-F1870CB45441}" type="pres">
      <dgm:prSet presAssocID="{7AE79649-ECA6-410C-9480-6CE7584536E1}" presName="iconBgRect" presStyleLbl="bgShp" presStyleIdx="0" presStyleCnt="4"/>
      <dgm:spPr/>
    </dgm:pt>
    <dgm:pt modelId="{69BC42B3-E08C-4212-B550-3EDEA20E9827}" type="pres">
      <dgm:prSet presAssocID="{7AE79649-ECA6-410C-9480-6CE7584536E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52868D75-4634-4D61-A111-FA638E0473FC}" type="pres">
      <dgm:prSet presAssocID="{7AE79649-ECA6-410C-9480-6CE7584536E1}" presName="spaceRect" presStyleCnt="0"/>
      <dgm:spPr/>
    </dgm:pt>
    <dgm:pt modelId="{E0FB8C37-70C5-4259-9BCC-9E61C3687040}" type="pres">
      <dgm:prSet presAssocID="{7AE79649-ECA6-410C-9480-6CE7584536E1}" presName="textRect" presStyleLbl="revTx" presStyleIdx="0" presStyleCnt="4">
        <dgm:presLayoutVars>
          <dgm:chMax val="1"/>
          <dgm:chPref val="1"/>
        </dgm:presLayoutVars>
      </dgm:prSet>
      <dgm:spPr/>
    </dgm:pt>
    <dgm:pt modelId="{0A540721-7DA2-4E38-A491-0900666C89EF}" type="pres">
      <dgm:prSet presAssocID="{8EB92C79-A864-4E44-B07C-4DD55841804E}" presName="sibTrans" presStyleCnt="0"/>
      <dgm:spPr/>
    </dgm:pt>
    <dgm:pt modelId="{8379AC54-1933-4B9F-9EE6-4E125FDED82E}" type="pres">
      <dgm:prSet presAssocID="{3C9C8321-F6D7-4538-8D9F-96237E00AAA9}" presName="compNode" presStyleCnt="0"/>
      <dgm:spPr/>
    </dgm:pt>
    <dgm:pt modelId="{91BBCEE4-C334-4F01-98BD-173B1B2082F6}" type="pres">
      <dgm:prSet presAssocID="{3C9C8321-F6D7-4538-8D9F-96237E00AAA9}" presName="iconBgRect" presStyleLbl="bgShp" presStyleIdx="1" presStyleCnt="4"/>
      <dgm:spPr/>
    </dgm:pt>
    <dgm:pt modelId="{E6F50436-FDCC-4420-A901-6311A4A5BB28}" type="pres">
      <dgm:prSet presAssocID="{3C9C8321-F6D7-4538-8D9F-96237E00AAA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86513FD-CD1F-4A87-9DCB-9CEE91A57536}" type="pres">
      <dgm:prSet presAssocID="{3C9C8321-F6D7-4538-8D9F-96237E00AAA9}" presName="spaceRect" presStyleCnt="0"/>
      <dgm:spPr/>
    </dgm:pt>
    <dgm:pt modelId="{5030D0D7-765A-48EE-B91A-18DFB134034C}" type="pres">
      <dgm:prSet presAssocID="{3C9C8321-F6D7-4538-8D9F-96237E00AAA9}" presName="textRect" presStyleLbl="revTx" presStyleIdx="1" presStyleCnt="4">
        <dgm:presLayoutVars>
          <dgm:chMax val="1"/>
          <dgm:chPref val="1"/>
        </dgm:presLayoutVars>
      </dgm:prSet>
      <dgm:spPr/>
    </dgm:pt>
    <dgm:pt modelId="{2E8714EF-9A5A-44AF-ABCA-E71FF20401CC}" type="pres">
      <dgm:prSet presAssocID="{B41145F2-E26C-42E6-A2A8-FD063ECD4300}" presName="sibTrans" presStyleCnt="0"/>
      <dgm:spPr/>
    </dgm:pt>
    <dgm:pt modelId="{745A2932-4C64-479C-A463-BBDCA97C87C6}" type="pres">
      <dgm:prSet presAssocID="{CE104DE8-1911-4F8E-8CEB-2BCBA454E670}" presName="compNode" presStyleCnt="0"/>
      <dgm:spPr/>
    </dgm:pt>
    <dgm:pt modelId="{D7824D36-3625-4C63-9F50-C575C85854FE}" type="pres">
      <dgm:prSet presAssocID="{CE104DE8-1911-4F8E-8CEB-2BCBA454E670}" presName="iconBgRect" presStyleLbl="bgShp" presStyleIdx="2" presStyleCnt="4"/>
      <dgm:spPr/>
    </dgm:pt>
    <dgm:pt modelId="{5742513A-3D43-4AF7-8039-A320733E6592}" type="pres">
      <dgm:prSet presAssocID="{CE104DE8-1911-4F8E-8CEB-2BCBA454E67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F79F871-AFE1-45CC-ADC2-171E1751C81F}" type="pres">
      <dgm:prSet presAssocID="{CE104DE8-1911-4F8E-8CEB-2BCBA454E670}" presName="spaceRect" presStyleCnt="0"/>
      <dgm:spPr/>
    </dgm:pt>
    <dgm:pt modelId="{464D586B-EA6F-4E29-812F-C0F81662E5B1}" type="pres">
      <dgm:prSet presAssocID="{CE104DE8-1911-4F8E-8CEB-2BCBA454E670}" presName="textRect" presStyleLbl="revTx" presStyleIdx="2" presStyleCnt="4">
        <dgm:presLayoutVars>
          <dgm:chMax val="1"/>
          <dgm:chPref val="1"/>
        </dgm:presLayoutVars>
      </dgm:prSet>
      <dgm:spPr/>
    </dgm:pt>
    <dgm:pt modelId="{D77F2BB6-8137-4D40-84A2-7C460DDDEC5F}" type="pres">
      <dgm:prSet presAssocID="{7ECF48CD-17A7-46F8-85FA-10E9F6D9263F}" presName="sibTrans" presStyleCnt="0"/>
      <dgm:spPr/>
    </dgm:pt>
    <dgm:pt modelId="{3634DAFD-2686-49AD-91C8-4540EC9A93B2}" type="pres">
      <dgm:prSet presAssocID="{C1A2F071-1FD1-4FE3-AFAE-0B568923B1A9}" presName="compNode" presStyleCnt="0"/>
      <dgm:spPr/>
    </dgm:pt>
    <dgm:pt modelId="{74AC3D51-4AD4-4837-94D8-3D8D07E17556}" type="pres">
      <dgm:prSet presAssocID="{C1A2F071-1FD1-4FE3-AFAE-0B568923B1A9}" presName="iconBgRect" presStyleLbl="bgShp" presStyleIdx="3" presStyleCnt="4"/>
      <dgm:spPr/>
    </dgm:pt>
    <dgm:pt modelId="{455EE923-D8BE-41DB-BC31-36435EF2FC13}" type="pres">
      <dgm:prSet presAssocID="{C1A2F071-1FD1-4FE3-AFAE-0B568923B1A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007CABC-97E1-48B8-8C1A-C6C2D7E57872}" type="pres">
      <dgm:prSet presAssocID="{C1A2F071-1FD1-4FE3-AFAE-0B568923B1A9}" presName="spaceRect" presStyleCnt="0"/>
      <dgm:spPr/>
    </dgm:pt>
    <dgm:pt modelId="{AFFCE929-39A7-498F-A00C-66ED6C3A4C81}" type="pres">
      <dgm:prSet presAssocID="{C1A2F071-1FD1-4FE3-AFAE-0B568923B1A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0675014-6061-4A60-B015-5AC7B74FA4F8}" srcId="{650CCD0F-5BDF-4DD8-90C0-BD1565D42B69}" destId="{CE104DE8-1911-4F8E-8CEB-2BCBA454E670}" srcOrd="2" destOrd="0" parTransId="{F345A99E-C0E4-4EB1-88C2-735A6F0AC4A8}" sibTransId="{7ECF48CD-17A7-46F8-85FA-10E9F6D9263F}"/>
    <dgm:cxn modelId="{00234327-1FA2-4900-BE58-FA2FDFDB6218}" type="presOf" srcId="{CE104DE8-1911-4F8E-8CEB-2BCBA454E670}" destId="{464D586B-EA6F-4E29-812F-C0F81662E5B1}" srcOrd="0" destOrd="0" presId="urn:microsoft.com/office/officeart/2018/5/layout/IconCircleLabelList"/>
    <dgm:cxn modelId="{1FB3A72E-63E3-465F-9E6A-CF4B16915701}" srcId="{650CCD0F-5BDF-4DD8-90C0-BD1565D42B69}" destId="{3C9C8321-F6D7-4538-8D9F-96237E00AAA9}" srcOrd="1" destOrd="0" parTransId="{1E8A2187-BF88-47C4-A845-EC904FDCDA09}" sibTransId="{B41145F2-E26C-42E6-A2A8-FD063ECD4300}"/>
    <dgm:cxn modelId="{D9169137-9C56-4E97-AFDC-09609675AA18}" type="presOf" srcId="{650CCD0F-5BDF-4DD8-90C0-BD1565D42B69}" destId="{9CAEF705-B2E2-4E24-BB39-4500DBF5DC58}" srcOrd="0" destOrd="0" presId="urn:microsoft.com/office/officeart/2018/5/layout/IconCircleLabelList"/>
    <dgm:cxn modelId="{954E879C-B776-4204-9F62-33513073969D}" type="presOf" srcId="{C1A2F071-1FD1-4FE3-AFAE-0B568923B1A9}" destId="{AFFCE929-39A7-498F-A00C-66ED6C3A4C81}" srcOrd="0" destOrd="0" presId="urn:microsoft.com/office/officeart/2018/5/layout/IconCircleLabelList"/>
    <dgm:cxn modelId="{26A624BA-C3FB-4529-BD14-DF078EA98BAB}" type="presOf" srcId="{7AE79649-ECA6-410C-9480-6CE7584536E1}" destId="{E0FB8C37-70C5-4259-9BCC-9E61C3687040}" srcOrd="0" destOrd="0" presId="urn:microsoft.com/office/officeart/2018/5/layout/IconCircleLabelList"/>
    <dgm:cxn modelId="{D4598EC4-3877-4564-B4E6-E0B00778E202}" type="presOf" srcId="{3C9C8321-F6D7-4538-8D9F-96237E00AAA9}" destId="{5030D0D7-765A-48EE-B91A-18DFB134034C}" srcOrd="0" destOrd="0" presId="urn:microsoft.com/office/officeart/2018/5/layout/IconCircleLabelList"/>
    <dgm:cxn modelId="{85C1FAD5-A47C-47D7-B569-84D2737A688C}" srcId="{650CCD0F-5BDF-4DD8-90C0-BD1565D42B69}" destId="{7AE79649-ECA6-410C-9480-6CE7584536E1}" srcOrd="0" destOrd="0" parTransId="{A3FF9BB0-CE05-4EA0-A6D7-EB5742B218C1}" sibTransId="{8EB92C79-A864-4E44-B07C-4DD55841804E}"/>
    <dgm:cxn modelId="{341D29E1-56F2-4C08-83AC-82EC6D077ED5}" srcId="{650CCD0F-5BDF-4DD8-90C0-BD1565D42B69}" destId="{C1A2F071-1FD1-4FE3-AFAE-0B568923B1A9}" srcOrd="3" destOrd="0" parTransId="{0FF220AF-D2CB-4DEF-815F-EBDF3FA006BA}" sibTransId="{AC0D46AB-7E60-48AF-AEF3-110F4AAA8562}"/>
    <dgm:cxn modelId="{C0D267AD-D30D-498E-9AD5-F6BCBA4662E1}" type="presParOf" srcId="{9CAEF705-B2E2-4E24-BB39-4500DBF5DC58}" destId="{36415663-BFAC-4119-B810-93CB0AA54F73}" srcOrd="0" destOrd="0" presId="urn:microsoft.com/office/officeart/2018/5/layout/IconCircleLabelList"/>
    <dgm:cxn modelId="{053EB4C6-345C-4D54-931A-2BADA643E8F8}" type="presParOf" srcId="{36415663-BFAC-4119-B810-93CB0AA54F73}" destId="{94A9B487-30FB-4AAE-8BF4-F1870CB45441}" srcOrd="0" destOrd="0" presId="urn:microsoft.com/office/officeart/2018/5/layout/IconCircleLabelList"/>
    <dgm:cxn modelId="{A97BBBBC-E43E-4A9D-A9F1-BC1C6F4BDF94}" type="presParOf" srcId="{36415663-BFAC-4119-B810-93CB0AA54F73}" destId="{69BC42B3-E08C-4212-B550-3EDEA20E9827}" srcOrd="1" destOrd="0" presId="urn:microsoft.com/office/officeart/2018/5/layout/IconCircleLabelList"/>
    <dgm:cxn modelId="{59C0EBB2-2ECA-4ACD-850D-7A20FBA0C813}" type="presParOf" srcId="{36415663-BFAC-4119-B810-93CB0AA54F73}" destId="{52868D75-4634-4D61-A111-FA638E0473FC}" srcOrd="2" destOrd="0" presId="urn:microsoft.com/office/officeart/2018/5/layout/IconCircleLabelList"/>
    <dgm:cxn modelId="{1BBE19C1-B2F8-4A53-B0F5-B7784D04276C}" type="presParOf" srcId="{36415663-BFAC-4119-B810-93CB0AA54F73}" destId="{E0FB8C37-70C5-4259-9BCC-9E61C3687040}" srcOrd="3" destOrd="0" presId="urn:microsoft.com/office/officeart/2018/5/layout/IconCircleLabelList"/>
    <dgm:cxn modelId="{D236A792-4586-4D4A-A336-B5D32B2500DF}" type="presParOf" srcId="{9CAEF705-B2E2-4E24-BB39-4500DBF5DC58}" destId="{0A540721-7DA2-4E38-A491-0900666C89EF}" srcOrd="1" destOrd="0" presId="urn:microsoft.com/office/officeart/2018/5/layout/IconCircleLabelList"/>
    <dgm:cxn modelId="{79D88143-0810-436B-B64F-ABA921977687}" type="presParOf" srcId="{9CAEF705-B2E2-4E24-BB39-4500DBF5DC58}" destId="{8379AC54-1933-4B9F-9EE6-4E125FDED82E}" srcOrd="2" destOrd="0" presId="urn:microsoft.com/office/officeart/2018/5/layout/IconCircleLabelList"/>
    <dgm:cxn modelId="{BDAF7C97-0617-4D56-AFA1-81EE42615CF8}" type="presParOf" srcId="{8379AC54-1933-4B9F-9EE6-4E125FDED82E}" destId="{91BBCEE4-C334-4F01-98BD-173B1B2082F6}" srcOrd="0" destOrd="0" presId="urn:microsoft.com/office/officeart/2018/5/layout/IconCircleLabelList"/>
    <dgm:cxn modelId="{DB34CB16-3787-4E8D-A03D-C7745FE40105}" type="presParOf" srcId="{8379AC54-1933-4B9F-9EE6-4E125FDED82E}" destId="{E6F50436-FDCC-4420-A901-6311A4A5BB28}" srcOrd="1" destOrd="0" presId="urn:microsoft.com/office/officeart/2018/5/layout/IconCircleLabelList"/>
    <dgm:cxn modelId="{B3FB7A37-42F9-4722-8198-47EACD1B7629}" type="presParOf" srcId="{8379AC54-1933-4B9F-9EE6-4E125FDED82E}" destId="{086513FD-CD1F-4A87-9DCB-9CEE91A57536}" srcOrd="2" destOrd="0" presId="urn:microsoft.com/office/officeart/2018/5/layout/IconCircleLabelList"/>
    <dgm:cxn modelId="{129127C4-3A9A-47D1-B5E5-D54B8FB6A609}" type="presParOf" srcId="{8379AC54-1933-4B9F-9EE6-4E125FDED82E}" destId="{5030D0D7-765A-48EE-B91A-18DFB134034C}" srcOrd="3" destOrd="0" presId="urn:microsoft.com/office/officeart/2018/5/layout/IconCircleLabelList"/>
    <dgm:cxn modelId="{D3B4C237-57E4-4D90-9351-1748B287D9CD}" type="presParOf" srcId="{9CAEF705-B2E2-4E24-BB39-4500DBF5DC58}" destId="{2E8714EF-9A5A-44AF-ABCA-E71FF20401CC}" srcOrd="3" destOrd="0" presId="urn:microsoft.com/office/officeart/2018/5/layout/IconCircleLabelList"/>
    <dgm:cxn modelId="{9917A697-63C7-47EB-A86E-DF1E8A796EE2}" type="presParOf" srcId="{9CAEF705-B2E2-4E24-BB39-4500DBF5DC58}" destId="{745A2932-4C64-479C-A463-BBDCA97C87C6}" srcOrd="4" destOrd="0" presId="urn:microsoft.com/office/officeart/2018/5/layout/IconCircleLabelList"/>
    <dgm:cxn modelId="{03F17A97-FAEC-4332-A889-F42E25CF66CE}" type="presParOf" srcId="{745A2932-4C64-479C-A463-BBDCA97C87C6}" destId="{D7824D36-3625-4C63-9F50-C575C85854FE}" srcOrd="0" destOrd="0" presId="urn:microsoft.com/office/officeart/2018/5/layout/IconCircleLabelList"/>
    <dgm:cxn modelId="{A4D24EA3-97E4-44CF-888C-A5F254107E04}" type="presParOf" srcId="{745A2932-4C64-479C-A463-BBDCA97C87C6}" destId="{5742513A-3D43-4AF7-8039-A320733E6592}" srcOrd="1" destOrd="0" presId="urn:microsoft.com/office/officeart/2018/5/layout/IconCircleLabelList"/>
    <dgm:cxn modelId="{A169E3E6-7D63-4B9F-8052-1E4CFCDFE614}" type="presParOf" srcId="{745A2932-4C64-479C-A463-BBDCA97C87C6}" destId="{4F79F871-AFE1-45CC-ADC2-171E1751C81F}" srcOrd="2" destOrd="0" presId="urn:microsoft.com/office/officeart/2018/5/layout/IconCircleLabelList"/>
    <dgm:cxn modelId="{66E987DC-22EE-4BB3-AF51-70AB4B0702BE}" type="presParOf" srcId="{745A2932-4C64-479C-A463-BBDCA97C87C6}" destId="{464D586B-EA6F-4E29-812F-C0F81662E5B1}" srcOrd="3" destOrd="0" presId="urn:microsoft.com/office/officeart/2018/5/layout/IconCircleLabelList"/>
    <dgm:cxn modelId="{B62E2A64-C819-47D5-B2C8-B2E37250A9E4}" type="presParOf" srcId="{9CAEF705-B2E2-4E24-BB39-4500DBF5DC58}" destId="{D77F2BB6-8137-4D40-84A2-7C460DDDEC5F}" srcOrd="5" destOrd="0" presId="urn:microsoft.com/office/officeart/2018/5/layout/IconCircleLabelList"/>
    <dgm:cxn modelId="{A1BFA0CB-045B-4CB5-A553-25EDC8012EB7}" type="presParOf" srcId="{9CAEF705-B2E2-4E24-BB39-4500DBF5DC58}" destId="{3634DAFD-2686-49AD-91C8-4540EC9A93B2}" srcOrd="6" destOrd="0" presId="urn:microsoft.com/office/officeart/2018/5/layout/IconCircleLabelList"/>
    <dgm:cxn modelId="{81776185-75BC-418D-8EEB-700DE61E609C}" type="presParOf" srcId="{3634DAFD-2686-49AD-91C8-4540EC9A93B2}" destId="{74AC3D51-4AD4-4837-94D8-3D8D07E17556}" srcOrd="0" destOrd="0" presId="urn:microsoft.com/office/officeart/2018/5/layout/IconCircleLabelList"/>
    <dgm:cxn modelId="{3D5DDA06-1368-45BE-8E2A-992626CBC0FA}" type="presParOf" srcId="{3634DAFD-2686-49AD-91C8-4540EC9A93B2}" destId="{455EE923-D8BE-41DB-BC31-36435EF2FC13}" srcOrd="1" destOrd="0" presId="urn:microsoft.com/office/officeart/2018/5/layout/IconCircleLabelList"/>
    <dgm:cxn modelId="{63595A41-3ACE-40D3-8FFE-FB54121804AB}" type="presParOf" srcId="{3634DAFD-2686-49AD-91C8-4540EC9A93B2}" destId="{0007CABC-97E1-48B8-8C1A-C6C2D7E57872}" srcOrd="2" destOrd="0" presId="urn:microsoft.com/office/officeart/2018/5/layout/IconCircleLabelList"/>
    <dgm:cxn modelId="{2DC3B252-7459-49A3-BE48-9250AB4F5D6F}" type="presParOf" srcId="{3634DAFD-2686-49AD-91C8-4540EC9A93B2}" destId="{AFFCE929-39A7-498F-A00C-66ED6C3A4C8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9C94A4-7584-4ED8-929D-19872FE01F73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96955D5-B63D-4D95-857E-6342D6F85B7A}">
      <dgm:prSet/>
      <dgm:spPr/>
      <dgm:t>
        <a:bodyPr/>
        <a:lstStyle/>
        <a:p>
          <a:r>
            <a:rPr lang="en-US"/>
            <a:t>• Model</a:t>
          </a:r>
        </a:p>
      </dgm:t>
    </dgm:pt>
    <dgm:pt modelId="{9EC0F43E-30A9-4CC7-96F5-5CBA1FBC279A}" type="parTrans" cxnId="{D9D947DB-E2F4-43C7-8203-02B37DE6DE8F}">
      <dgm:prSet/>
      <dgm:spPr/>
      <dgm:t>
        <a:bodyPr/>
        <a:lstStyle/>
        <a:p>
          <a:endParaRPr lang="en-US"/>
        </a:p>
      </dgm:t>
    </dgm:pt>
    <dgm:pt modelId="{FCDE2C1B-A4AA-47B2-BAE5-D901BFD7F3D5}" type="sibTrans" cxnId="{D9D947DB-E2F4-43C7-8203-02B37DE6DE8F}">
      <dgm:prSet/>
      <dgm:spPr/>
      <dgm:t>
        <a:bodyPr/>
        <a:lstStyle/>
        <a:p>
          <a:endParaRPr lang="en-US"/>
        </a:p>
      </dgm:t>
    </dgm:pt>
    <dgm:pt modelId="{EC47C471-3FB5-4978-8222-FE484DCC0717}">
      <dgm:prSet/>
      <dgm:spPr/>
      <dgm:t>
        <a:bodyPr/>
        <a:lstStyle/>
        <a:p>
          <a:r>
            <a:rPr lang="en-US"/>
            <a:t>• Colour</a:t>
          </a:r>
        </a:p>
      </dgm:t>
    </dgm:pt>
    <dgm:pt modelId="{EF899A11-E21A-41D2-B5FD-554F2C0DC6A6}" type="parTrans" cxnId="{23D625C0-DEFA-4FC8-816F-052C480AA180}">
      <dgm:prSet/>
      <dgm:spPr/>
      <dgm:t>
        <a:bodyPr/>
        <a:lstStyle/>
        <a:p>
          <a:endParaRPr lang="en-US"/>
        </a:p>
      </dgm:t>
    </dgm:pt>
    <dgm:pt modelId="{27C527E9-C1D7-498D-9421-624F2724D698}" type="sibTrans" cxnId="{23D625C0-DEFA-4FC8-816F-052C480AA180}">
      <dgm:prSet/>
      <dgm:spPr/>
      <dgm:t>
        <a:bodyPr/>
        <a:lstStyle/>
        <a:p>
          <a:endParaRPr lang="en-US"/>
        </a:p>
      </dgm:t>
    </dgm:pt>
    <dgm:pt modelId="{4DA72E36-96C0-42D4-A8C9-384FCC622B05}">
      <dgm:prSet/>
      <dgm:spPr/>
      <dgm:t>
        <a:bodyPr/>
        <a:lstStyle/>
        <a:p>
          <a:r>
            <a:rPr lang="en-US"/>
            <a:t>• Memory</a:t>
          </a:r>
        </a:p>
      </dgm:t>
    </dgm:pt>
    <dgm:pt modelId="{4AC5182F-4902-41FF-9CCF-38D52B9B0C06}" type="parTrans" cxnId="{3ADB1464-2F51-42D1-B93A-702522A0C678}">
      <dgm:prSet/>
      <dgm:spPr/>
      <dgm:t>
        <a:bodyPr/>
        <a:lstStyle/>
        <a:p>
          <a:endParaRPr lang="en-US"/>
        </a:p>
      </dgm:t>
    </dgm:pt>
    <dgm:pt modelId="{12A6ED16-9C39-4022-AC8D-04D329A2C153}" type="sibTrans" cxnId="{3ADB1464-2F51-42D1-B93A-702522A0C678}">
      <dgm:prSet/>
      <dgm:spPr/>
      <dgm:t>
        <a:bodyPr/>
        <a:lstStyle/>
        <a:p>
          <a:endParaRPr lang="en-US"/>
        </a:p>
      </dgm:t>
    </dgm:pt>
    <dgm:pt modelId="{D05ED483-4C41-49BD-8B34-7052E4EF44AD}">
      <dgm:prSet/>
      <dgm:spPr/>
      <dgm:t>
        <a:bodyPr/>
        <a:lstStyle/>
        <a:p>
          <a:r>
            <a:rPr lang="en-US"/>
            <a:t>• RAM</a:t>
          </a:r>
        </a:p>
      </dgm:t>
    </dgm:pt>
    <dgm:pt modelId="{FC91F253-0FAC-4E29-9834-CF3CC1B396ED}" type="parTrans" cxnId="{95AD56DF-302C-4286-A890-6BF7AB41C853}">
      <dgm:prSet/>
      <dgm:spPr/>
      <dgm:t>
        <a:bodyPr/>
        <a:lstStyle/>
        <a:p>
          <a:endParaRPr lang="en-US"/>
        </a:p>
      </dgm:t>
    </dgm:pt>
    <dgm:pt modelId="{FD43156D-56BD-4EBB-9C1B-F9E1AB6596AE}" type="sibTrans" cxnId="{95AD56DF-302C-4286-A890-6BF7AB41C853}">
      <dgm:prSet/>
      <dgm:spPr/>
      <dgm:t>
        <a:bodyPr/>
        <a:lstStyle/>
        <a:p>
          <a:endParaRPr lang="en-US"/>
        </a:p>
      </dgm:t>
    </dgm:pt>
    <dgm:pt modelId="{16C2B121-9F3A-4113-8910-657E4C4547EF}">
      <dgm:prSet/>
      <dgm:spPr/>
      <dgm:t>
        <a:bodyPr/>
        <a:lstStyle/>
        <a:p>
          <a:r>
            <a:rPr lang="en-US"/>
            <a:t>• Battery Capacity</a:t>
          </a:r>
        </a:p>
      </dgm:t>
    </dgm:pt>
    <dgm:pt modelId="{B027AF20-EBBD-4D57-9879-3ADA64049B85}" type="parTrans" cxnId="{3BEE13DB-7B61-4832-B25F-BD11CF6168B2}">
      <dgm:prSet/>
      <dgm:spPr/>
      <dgm:t>
        <a:bodyPr/>
        <a:lstStyle/>
        <a:p>
          <a:endParaRPr lang="en-US"/>
        </a:p>
      </dgm:t>
    </dgm:pt>
    <dgm:pt modelId="{1644DF65-6CAB-4199-BA4B-5A5FAB9848EC}" type="sibTrans" cxnId="{3BEE13DB-7B61-4832-B25F-BD11CF6168B2}">
      <dgm:prSet/>
      <dgm:spPr/>
      <dgm:t>
        <a:bodyPr/>
        <a:lstStyle/>
        <a:p>
          <a:endParaRPr lang="en-US"/>
        </a:p>
      </dgm:t>
    </dgm:pt>
    <dgm:pt modelId="{64A78C54-A000-4B98-88AF-D0D99E4F3838}">
      <dgm:prSet/>
      <dgm:spPr/>
      <dgm:t>
        <a:bodyPr/>
        <a:lstStyle/>
        <a:p>
          <a:r>
            <a:rPr lang="en-US"/>
            <a:t>• Rear &amp; Front Camera</a:t>
          </a:r>
        </a:p>
      </dgm:t>
    </dgm:pt>
    <dgm:pt modelId="{F3A1A55B-BB97-485A-B521-A670954CD51C}" type="parTrans" cxnId="{C74B37B7-D1BA-4050-8F3A-2CEAA15E3E0E}">
      <dgm:prSet/>
      <dgm:spPr/>
      <dgm:t>
        <a:bodyPr/>
        <a:lstStyle/>
        <a:p>
          <a:endParaRPr lang="en-US"/>
        </a:p>
      </dgm:t>
    </dgm:pt>
    <dgm:pt modelId="{736B3527-9DE6-468A-A167-D29E5629490E}" type="sibTrans" cxnId="{C74B37B7-D1BA-4050-8F3A-2CEAA15E3E0E}">
      <dgm:prSet/>
      <dgm:spPr/>
      <dgm:t>
        <a:bodyPr/>
        <a:lstStyle/>
        <a:p>
          <a:endParaRPr lang="en-US"/>
        </a:p>
      </dgm:t>
    </dgm:pt>
    <dgm:pt modelId="{3529EC15-7987-4AA6-9764-F4C9C9738113}">
      <dgm:prSet/>
      <dgm:spPr/>
      <dgm:t>
        <a:bodyPr/>
        <a:lstStyle/>
        <a:p>
          <a:r>
            <a:rPr lang="en-US"/>
            <a:t>• Processor</a:t>
          </a:r>
        </a:p>
      </dgm:t>
    </dgm:pt>
    <dgm:pt modelId="{6B41529A-F8D5-4966-B2B6-39905E152572}" type="parTrans" cxnId="{D13B5D9C-AB7A-4705-9E81-E0F0ACFE7050}">
      <dgm:prSet/>
      <dgm:spPr/>
      <dgm:t>
        <a:bodyPr/>
        <a:lstStyle/>
        <a:p>
          <a:endParaRPr lang="en-US"/>
        </a:p>
      </dgm:t>
    </dgm:pt>
    <dgm:pt modelId="{B007582D-5973-4086-8B1A-5B8965C33DC2}" type="sibTrans" cxnId="{D13B5D9C-AB7A-4705-9E81-E0F0ACFE7050}">
      <dgm:prSet/>
      <dgm:spPr/>
      <dgm:t>
        <a:bodyPr/>
        <a:lstStyle/>
        <a:p>
          <a:endParaRPr lang="en-US"/>
        </a:p>
      </dgm:t>
    </dgm:pt>
    <dgm:pt modelId="{4143D078-958D-4068-89C0-0E4BBB59E4CB}">
      <dgm:prSet/>
      <dgm:spPr/>
      <dgm:t>
        <a:bodyPr/>
        <a:lstStyle/>
        <a:p>
          <a:r>
            <a:rPr lang="en-US"/>
            <a:t>• AI Lens</a:t>
          </a:r>
        </a:p>
      </dgm:t>
    </dgm:pt>
    <dgm:pt modelId="{58F1D7E0-CAA4-4365-95AF-EF4F8695895C}" type="parTrans" cxnId="{B33E8CBC-A936-40D5-8301-1C2B8B714315}">
      <dgm:prSet/>
      <dgm:spPr/>
      <dgm:t>
        <a:bodyPr/>
        <a:lstStyle/>
        <a:p>
          <a:endParaRPr lang="en-US"/>
        </a:p>
      </dgm:t>
    </dgm:pt>
    <dgm:pt modelId="{CEFC0746-9937-483E-841B-49F4BF920BEC}" type="sibTrans" cxnId="{B33E8CBC-A936-40D5-8301-1C2B8B714315}">
      <dgm:prSet/>
      <dgm:spPr/>
      <dgm:t>
        <a:bodyPr/>
        <a:lstStyle/>
        <a:p>
          <a:endParaRPr lang="en-US"/>
        </a:p>
      </dgm:t>
    </dgm:pt>
    <dgm:pt modelId="{3F147E57-50CE-4CBF-A404-E1725FA11C58}">
      <dgm:prSet/>
      <dgm:spPr/>
      <dgm:t>
        <a:bodyPr/>
        <a:lstStyle/>
        <a:p>
          <a:r>
            <a:rPr lang="en-US"/>
            <a:t>• Price (Target Variable)</a:t>
          </a:r>
        </a:p>
      </dgm:t>
    </dgm:pt>
    <dgm:pt modelId="{18117A66-4D87-4EE7-92DF-A4A6C15D8195}" type="parTrans" cxnId="{B2C4187B-C165-48F5-A1DB-DBAA7B8FE15D}">
      <dgm:prSet/>
      <dgm:spPr/>
      <dgm:t>
        <a:bodyPr/>
        <a:lstStyle/>
        <a:p>
          <a:endParaRPr lang="en-US"/>
        </a:p>
      </dgm:t>
    </dgm:pt>
    <dgm:pt modelId="{95CE7FF9-D327-4771-8F75-1BD6C856B245}" type="sibTrans" cxnId="{B2C4187B-C165-48F5-A1DB-DBAA7B8FE15D}">
      <dgm:prSet/>
      <dgm:spPr/>
      <dgm:t>
        <a:bodyPr/>
        <a:lstStyle/>
        <a:p>
          <a:endParaRPr lang="en-US"/>
        </a:p>
      </dgm:t>
    </dgm:pt>
    <dgm:pt modelId="{F39B1344-D353-4012-AA11-925FEAF3860A}" type="pres">
      <dgm:prSet presAssocID="{B29C94A4-7584-4ED8-929D-19872FE01F73}" presName="vert0" presStyleCnt="0">
        <dgm:presLayoutVars>
          <dgm:dir/>
          <dgm:animOne val="branch"/>
          <dgm:animLvl val="lvl"/>
        </dgm:presLayoutVars>
      </dgm:prSet>
      <dgm:spPr/>
    </dgm:pt>
    <dgm:pt modelId="{20A794A4-02E8-497B-816F-73BF4CD085CC}" type="pres">
      <dgm:prSet presAssocID="{196955D5-B63D-4D95-857E-6342D6F85B7A}" presName="thickLine" presStyleLbl="alignNode1" presStyleIdx="0" presStyleCnt="9"/>
      <dgm:spPr/>
    </dgm:pt>
    <dgm:pt modelId="{08A50996-AC19-4549-92A8-3CA9A9B9FF13}" type="pres">
      <dgm:prSet presAssocID="{196955D5-B63D-4D95-857E-6342D6F85B7A}" presName="horz1" presStyleCnt="0"/>
      <dgm:spPr/>
    </dgm:pt>
    <dgm:pt modelId="{072457A1-0A44-4BC4-AA64-A86600652269}" type="pres">
      <dgm:prSet presAssocID="{196955D5-B63D-4D95-857E-6342D6F85B7A}" presName="tx1" presStyleLbl="revTx" presStyleIdx="0" presStyleCnt="9"/>
      <dgm:spPr/>
    </dgm:pt>
    <dgm:pt modelId="{CEAC51D0-24CE-4CBA-AE66-79CC56F6A7C2}" type="pres">
      <dgm:prSet presAssocID="{196955D5-B63D-4D95-857E-6342D6F85B7A}" presName="vert1" presStyleCnt="0"/>
      <dgm:spPr/>
    </dgm:pt>
    <dgm:pt modelId="{8B62F41F-F29E-4C10-BEA9-AD882EE0FB46}" type="pres">
      <dgm:prSet presAssocID="{EC47C471-3FB5-4978-8222-FE484DCC0717}" presName="thickLine" presStyleLbl="alignNode1" presStyleIdx="1" presStyleCnt="9"/>
      <dgm:spPr/>
    </dgm:pt>
    <dgm:pt modelId="{D4B52545-A1CE-401A-AED6-88E105DB0881}" type="pres">
      <dgm:prSet presAssocID="{EC47C471-3FB5-4978-8222-FE484DCC0717}" presName="horz1" presStyleCnt="0"/>
      <dgm:spPr/>
    </dgm:pt>
    <dgm:pt modelId="{A2A21591-873E-48E1-9159-748E8F6A67C1}" type="pres">
      <dgm:prSet presAssocID="{EC47C471-3FB5-4978-8222-FE484DCC0717}" presName="tx1" presStyleLbl="revTx" presStyleIdx="1" presStyleCnt="9"/>
      <dgm:spPr/>
    </dgm:pt>
    <dgm:pt modelId="{63891FC0-1AEC-45E1-8A17-A6764FF2FC1F}" type="pres">
      <dgm:prSet presAssocID="{EC47C471-3FB5-4978-8222-FE484DCC0717}" presName="vert1" presStyleCnt="0"/>
      <dgm:spPr/>
    </dgm:pt>
    <dgm:pt modelId="{9B366996-EEA0-4333-88B8-2E7E43244D6C}" type="pres">
      <dgm:prSet presAssocID="{4DA72E36-96C0-42D4-A8C9-384FCC622B05}" presName="thickLine" presStyleLbl="alignNode1" presStyleIdx="2" presStyleCnt="9"/>
      <dgm:spPr/>
    </dgm:pt>
    <dgm:pt modelId="{B8004E9C-92B7-45BE-863C-B96F62CE942D}" type="pres">
      <dgm:prSet presAssocID="{4DA72E36-96C0-42D4-A8C9-384FCC622B05}" presName="horz1" presStyleCnt="0"/>
      <dgm:spPr/>
    </dgm:pt>
    <dgm:pt modelId="{73E52AE2-7A12-4BB0-9B9C-25F46DA6EE07}" type="pres">
      <dgm:prSet presAssocID="{4DA72E36-96C0-42D4-A8C9-384FCC622B05}" presName="tx1" presStyleLbl="revTx" presStyleIdx="2" presStyleCnt="9"/>
      <dgm:spPr/>
    </dgm:pt>
    <dgm:pt modelId="{E7B0348B-93D4-46E3-AC46-07A9AC77C131}" type="pres">
      <dgm:prSet presAssocID="{4DA72E36-96C0-42D4-A8C9-384FCC622B05}" presName="vert1" presStyleCnt="0"/>
      <dgm:spPr/>
    </dgm:pt>
    <dgm:pt modelId="{3E65FAB6-6009-4088-894F-FF490B59A9B9}" type="pres">
      <dgm:prSet presAssocID="{D05ED483-4C41-49BD-8B34-7052E4EF44AD}" presName="thickLine" presStyleLbl="alignNode1" presStyleIdx="3" presStyleCnt="9"/>
      <dgm:spPr/>
    </dgm:pt>
    <dgm:pt modelId="{326C6911-12E1-496F-9CC7-A48D295A45EB}" type="pres">
      <dgm:prSet presAssocID="{D05ED483-4C41-49BD-8B34-7052E4EF44AD}" presName="horz1" presStyleCnt="0"/>
      <dgm:spPr/>
    </dgm:pt>
    <dgm:pt modelId="{93DE8346-A5EB-469B-9342-C18411B5A0F0}" type="pres">
      <dgm:prSet presAssocID="{D05ED483-4C41-49BD-8B34-7052E4EF44AD}" presName="tx1" presStyleLbl="revTx" presStyleIdx="3" presStyleCnt="9"/>
      <dgm:spPr/>
    </dgm:pt>
    <dgm:pt modelId="{6C70E6CB-2AD0-4CC8-9C1B-6A24C50A0963}" type="pres">
      <dgm:prSet presAssocID="{D05ED483-4C41-49BD-8B34-7052E4EF44AD}" presName="vert1" presStyleCnt="0"/>
      <dgm:spPr/>
    </dgm:pt>
    <dgm:pt modelId="{1FC1F49E-2CC8-43FD-A644-DA335DF1FCDD}" type="pres">
      <dgm:prSet presAssocID="{16C2B121-9F3A-4113-8910-657E4C4547EF}" presName="thickLine" presStyleLbl="alignNode1" presStyleIdx="4" presStyleCnt="9"/>
      <dgm:spPr/>
    </dgm:pt>
    <dgm:pt modelId="{BDF22A9E-0B5D-4FE6-9C7E-6C1E95974F39}" type="pres">
      <dgm:prSet presAssocID="{16C2B121-9F3A-4113-8910-657E4C4547EF}" presName="horz1" presStyleCnt="0"/>
      <dgm:spPr/>
    </dgm:pt>
    <dgm:pt modelId="{B9ABC544-E0C3-45E9-B0B0-F3B0D2DEB911}" type="pres">
      <dgm:prSet presAssocID="{16C2B121-9F3A-4113-8910-657E4C4547EF}" presName="tx1" presStyleLbl="revTx" presStyleIdx="4" presStyleCnt="9"/>
      <dgm:spPr/>
    </dgm:pt>
    <dgm:pt modelId="{30389AB5-D375-49D7-A741-8DEAB0747B61}" type="pres">
      <dgm:prSet presAssocID="{16C2B121-9F3A-4113-8910-657E4C4547EF}" presName="vert1" presStyleCnt="0"/>
      <dgm:spPr/>
    </dgm:pt>
    <dgm:pt modelId="{327AD777-5D65-4B0D-B78D-83EFD5882DC7}" type="pres">
      <dgm:prSet presAssocID="{64A78C54-A000-4B98-88AF-D0D99E4F3838}" presName="thickLine" presStyleLbl="alignNode1" presStyleIdx="5" presStyleCnt="9"/>
      <dgm:spPr/>
    </dgm:pt>
    <dgm:pt modelId="{5A9A4D29-323B-479C-8389-23B9806D3A3E}" type="pres">
      <dgm:prSet presAssocID="{64A78C54-A000-4B98-88AF-D0D99E4F3838}" presName="horz1" presStyleCnt="0"/>
      <dgm:spPr/>
    </dgm:pt>
    <dgm:pt modelId="{2AF38DA1-8353-40A4-8DF8-FFA08EF6894F}" type="pres">
      <dgm:prSet presAssocID="{64A78C54-A000-4B98-88AF-D0D99E4F3838}" presName="tx1" presStyleLbl="revTx" presStyleIdx="5" presStyleCnt="9"/>
      <dgm:spPr/>
    </dgm:pt>
    <dgm:pt modelId="{1B31AB23-9F9A-46DB-B9CF-9368A643B06B}" type="pres">
      <dgm:prSet presAssocID="{64A78C54-A000-4B98-88AF-D0D99E4F3838}" presName="vert1" presStyleCnt="0"/>
      <dgm:spPr/>
    </dgm:pt>
    <dgm:pt modelId="{F8810CBA-C705-4C44-8C78-73A2E692D829}" type="pres">
      <dgm:prSet presAssocID="{3529EC15-7987-4AA6-9764-F4C9C9738113}" presName="thickLine" presStyleLbl="alignNode1" presStyleIdx="6" presStyleCnt="9"/>
      <dgm:spPr/>
    </dgm:pt>
    <dgm:pt modelId="{93ECD7F3-C91B-44FE-81F4-D17B009AC58D}" type="pres">
      <dgm:prSet presAssocID="{3529EC15-7987-4AA6-9764-F4C9C9738113}" presName="horz1" presStyleCnt="0"/>
      <dgm:spPr/>
    </dgm:pt>
    <dgm:pt modelId="{378CE59D-C21B-4864-B1A9-52A8193C9CBD}" type="pres">
      <dgm:prSet presAssocID="{3529EC15-7987-4AA6-9764-F4C9C9738113}" presName="tx1" presStyleLbl="revTx" presStyleIdx="6" presStyleCnt="9"/>
      <dgm:spPr/>
    </dgm:pt>
    <dgm:pt modelId="{06FEEA0C-F159-46B9-BF64-920BC7D3DB45}" type="pres">
      <dgm:prSet presAssocID="{3529EC15-7987-4AA6-9764-F4C9C9738113}" presName="vert1" presStyleCnt="0"/>
      <dgm:spPr/>
    </dgm:pt>
    <dgm:pt modelId="{A5C5ECD3-71DC-4906-9462-D292527645CA}" type="pres">
      <dgm:prSet presAssocID="{4143D078-958D-4068-89C0-0E4BBB59E4CB}" presName="thickLine" presStyleLbl="alignNode1" presStyleIdx="7" presStyleCnt="9"/>
      <dgm:spPr/>
    </dgm:pt>
    <dgm:pt modelId="{91414A06-AE46-4427-ADB4-3C42F8017F86}" type="pres">
      <dgm:prSet presAssocID="{4143D078-958D-4068-89C0-0E4BBB59E4CB}" presName="horz1" presStyleCnt="0"/>
      <dgm:spPr/>
    </dgm:pt>
    <dgm:pt modelId="{10A714E5-E0F3-4067-8C43-64D86ED19A45}" type="pres">
      <dgm:prSet presAssocID="{4143D078-958D-4068-89C0-0E4BBB59E4CB}" presName="tx1" presStyleLbl="revTx" presStyleIdx="7" presStyleCnt="9"/>
      <dgm:spPr/>
    </dgm:pt>
    <dgm:pt modelId="{343FC46C-6E49-45CD-B0F8-47D31C95B63A}" type="pres">
      <dgm:prSet presAssocID="{4143D078-958D-4068-89C0-0E4BBB59E4CB}" presName="vert1" presStyleCnt="0"/>
      <dgm:spPr/>
    </dgm:pt>
    <dgm:pt modelId="{F6A509AF-21FD-48ED-ADF4-C78EA460C170}" type="pres">
      <dgm:prSet presAssocID="{3F147E57-50CE-4CBF-A404-E1725FA11C58}" presName="thickLine" presStyleLbl="alignNode1" presStyleIdx="8" presStyleCnt="9"/>
      <dgm:spPr/>
    </dgm:pt>
    <dgm:pt modelId="{5DD3F71A-402C-456D-AAA3-35D463721A22}" type="pres">
      <dgm:prSet presAssocID="{3F147E57-50CE-4CBF-A404-E1725FA11C58}" presName="horz1" presStyleCnt="0"/>
      <dgm:spPr/>
    </dgm:pt>
    <dgm:pt modelId="{5293AA1C-23FB-4D97-A9C1-166045C2D6B1}" type="pres">
      <dgm:prSet presAssocID="{3F147E57-50CE-4CBF-A404-E1725FA11C58}" presName="tx1" presStyleLbl="revTx" presStyleIdx="8" presStyleCnt="9"/>
      <dgm:spPr/>
    </dgm:pt>
    <dgm:pt modelId="{ACB0AFA9-201C-477B-A2F3-EC9E6C9CA74B}" type="pres">
      <dgm:prSet presAssocID="{3F147E57-50CE-4CBF-A404-E1725FA11C58}" presName="vert1" presStyleCnt="0"/>
      <dgm:spPr/>
    </dgm:pt>
  </dgm:ptLst>
  <dgm:cxnLst>
    <dgm:cxn modelId="{9F11112E-78AC-4EBE-83B8-4C2958749F89}" type="presOf" srcId="{4DA72E36-96C0-42D4-A8C9-384FCC622B05}" destId="{73E52AE2-7A12-4BB0-9B9C-25F46DA6EE07}" srcOrd="0" destOrd="0" presId="urn:microsoft.com/office/officeart/2008/layout/LinedList"/>
    <dgm:cxn modelId="{C91CAA43-893B-4D51-9CC4-2ED039402717}" type="presOf" srcId="{EC47C471-3FB5-4978-8222-FE484DCC0717}" destId="{A2A21591-873E-48E1-9159-748E8F6A67C1}" srcOrd="0" destOrd="0" presId="urn:microsoft.com/office/officeart/2008/layout/LinedList"/>
    <dgm:cxn modelId="{3ADB1464-2F51-42D1-B93A-702522A0C678}" srcId="{B29C94A4-7584-4ED8-929D-19872FE01F73}" destId="{4DA72E36-96C0-42D4-A8C9-384FCC622B05}" srcOrd="2" destOrd="0" parTransId="{4AC5182F-4902-41FF-9CCF-38D52B9B0C06}" sibTransId="{12A6ED16-9C39-4022-AC8D-04D329A2C153}"/>
    <dgm:cxn modelId="{AC397D4D-13BA-474C-BB79-63043F1857E2}" type="presOf" srcId="{3F147E57-50CE-4CBF-A404-E1725FA11C58}" destId="{5293AA1C-23FB-4D97-A9C1-166045C2D6B1}" srcOrd="0" destOrd="0" presId="urn:microsoft.com/office/officeart/2008/layout/LinedList"/>
    <dgm:cxn modelId="{65E28D50-A48F-488D-905A-EFB15FEB6E16}" type="presOf" srcId="{64A78C54-A000-4B98-88AF-D0D99E4F3838}" destId="{2AF38DA1-8353-40A4-8DF8-FFA08EF6894F}" srcOrd="0" destOrd="0" presId="urn:microsoft.com/office/officeart/2008/layout/LinedList"/>
    <dgm:cxn modelId="{31A3F477-3D1A-40EE-8721-05B2552D4CBD}" type="presOf" srcId="{D05ED483-4C41-49BD-8B34-7052E4EF44AD}" destId="{93DE8346-A5EB-469B-9342-C18411B5A0F0}" srcOrd="0" destOrd="0" presId="urn:microsoft.com/office/officeart/2008/layout/LinedList"/>
    <dgm:cxn modelId="{B2C4187B-C165-48F5-A1DB-DBAA7B8FE15D}" srcId="{B29C94A4-7584-4ED8-929D-19872FE01F73}" destId="{3F147E57-50CE-4CBF-A404-E1725FA11C58}" srcOrd="8" destOrd="0" parTransId="{18117A66-4D87-4EE7-92DF-A4A6C15D8195}" sibTransId="{95CE7FF9-D327-4771-8F75-1BD6C856B245}"/>
    <dgm:cxn modelId="{E4476887-1CD7-44B2-A6F5-403CCD0CF3ED}" type="presOf" srcId="{B29C94A4-7584-4ED8-929D-19872FE01F73}" destId="{F39B1344-D353-4012-AA11-925FEAF3860A}" srcOrd="0" destOrd="0" presId="urn:microsoft.com/office/officeart/2008/layout/LinedList"/>
    <dgm:cxn modelId="{D13B5D9C-AB7A-4705-9E81-E0F0ACFE7050}" srcId="{B29C94A4-7584-4ED8-929D-19872FE01F73}" destId="{3529EC15-7987-4AA6-9764-F4C9C9738113}" srcOrd="6" destOrd="0" parTransId="{6B41529A-F8D5-4966-B2B6-39905E152572}" sibTransId="{B007582D-5973-4086-8B1A-5B8965C33DC2}"/>
    <dgm:cxn modelId="{98D4109F-9DEA-4D71-A37C-923BDDA88365}" type="presOf" srcId="{16C2B121-9F3A-4113-8910-657E4C4547EF}" destId="{B9ABC544-E0C3-45E9-B0B0-F3B0D2DEB911}" srcOrd="0" destOrd="0" presId="urn:microsoft.com/office/officeart/2008/layout/LinedList"/>
    <dgm:cxn modelId="{C74B37B7-D1BA-4050-8F3A-2CEAA15E3E0E}" srcId="{B29C94A4-7584-4ED8-929D-19872FE01F73}" destId="{64A78C54-A000-4B98-88AF-D0D99E4F3838}" srcOrd="5" destOrd="0" parTransId="{F3A1A55B-BB97-485A-B521-A670954CD51C}" sibTransId="{736B3527-9DE6-468A-A167-D29E5629490E}"/>
    <dgm:cxn modelId="{B33E8CBC-A936-40D5-8301-1C2B8B714315}" srcId="{B29C94A4-7584-4ED8-929D-19872FE01F73}" destId="{4143D078-958D-4068-89C0-0E4BBB59E4CB}" srcOrd="7" destOrd="0" parTransId="{58F1D7E0-CAA4-4365-95AF-EF4F8695895C}" sibTransId="{CEFC0746-9937-483E-841B-49F4BF920BEC}"/>
    <dgm:cxn modelId="{23D625C0-DEFA-4FC8-816F-052C480AA180}" srcId="{B29C94A4-7584-4ED8-929D-19872FE01F73}" destId="{EC47C471-3FB5-4978-8222-FE484DCC0717}" srcOrd="1" destOrd="0" parTransId="{EF899A11-E21A-41D2-B5FD-554F2C0DC6A6}" sibTransId="{27C527E9-C1D7-498D-9421-624F2724D698}"/>
    <dgm:cxn modelId="{CB68A5CD-C333-4555-97AC-7FDBFFA0C965}" type="presOf" srcId="{4143D078-958D-4068-89C0-0E4BBB59E4CB}" destId="{10A714E5-E0F3-4067-8C43-64D86ED19A45}" srcOrd="0" destOrd="0" presId="urn:microsoft.com/office/officeart/2008/layout/LinedList"/>
    <dgm:cxn modelId="{3B5734D9-5D0E-413C-9373-9404C67BB346}" type="presOf" srcId="{3529EC15-7987-4AA6-9764-F4C9C9738113}" destId="{378CE59D-C21B-4864-B1A9-52A8193C9CBD}" srcOrd="0" destOrd="0" presId="urn:microsoft.com/office/officeart/2008/layout/LinedList"/>
    <dgm:cxn modelId="{3BEE13DB-7B61-4832-B25F-BD11CF6168B2}" srcId="{B29C94A4-7584-4ED8-929D-19872FE01F73}" destId="{16C2B121-9F3A-4113-8910-657E4C4547EF}" srcOrd="4" destOrd="0" parTransId="{B027AF20-EBBD-4D57-9879-3ADA64049B85}" sibTransId="{1644DF65-6CAB-4199-BA4B-5A5FAB9848EC}"/>
    <dgm:cxn modelId="{D9D947DB-E2F4-43C7-8203-02B37DE6DE8F}" srcId="{B29C94A4-7584-4ED8-929D-19872FE01F73}" destId="{196955D5-B63D-4D95-857E-6342D6F85B7A}" srcOrd="0" destOrd="0" parTransId="{9EC0F43E-30A9-4CC7-96F5-5CBA1FBC279A}" sibTransId="{FCDE2C1B-A4AA-47B2-BAE5-D901BFD7F3D5}"/>
    <dgm:cxn modelId="{95AD56DF-302C-4286-A890-6BF7AB41C853}" srcId="{B29C94A4-7584-4ED8-929D-19872FE01F73}" destId="{D05ED483-4C41-49BD-8B34-7052E4EF44AD}" srcOrd="3" destOrd="0" parTransId="{FC91F253-0FAC-4E29-9834-CF3CC1B396ED}" sibTransId="{FD43156D-56BD-4EBB-9C1B-F9E1AB6596AE}"/>
    <dgm:cxn modelId="{28461CEB-4EB7-4D2F-8E11-4A725FD83CB3}" type="presOf" srcId="{196955D5-B63D-4D95-857E-6342D6F85B7A}" destId="{072457A1-0A44-4BC4-AA64-A86600652269}" srcOrd="0" destOrd="0" presId="urn:microsoft.com/office/officeart/2008/layout/LinedList"/>
    <dgm:cxn modelId="{E255DEF5-D0C2-40C8-BE9C-6D74FD1052F5}" type="presParOf" srcId="{F39B1344-D353-4012-AA11-925FEAF3860A}" destId="{20A794A4-02E8-497B-816F-73BF4CD085CC}" srcOrd="0" destOrd="0" presId="urn:microsoft.com/office/officeart/2008/layout/LinedList"/>
    <dgm:cxn modelId="{7A53CF4B-5560-4C2C-8249-9A79FF368E84}" type="presParOf" srcId="{F39B1344-D353-4012-AA11-925FEAF3860A}" destId="{08A50996-AC19-4549-92A8-3CA9A9B9FF13}" srcOrd="1" destOrd="0" presId="urn:microsoft.com/office/officeart/2008/layout/LinedList"/>
    <dgm:cxn modelId="{F7FC3027-D734-4397-A44B-9D9BC1E4BC88}" type="presParOf" srcId="{08A50996-AC19-4549-92A8-3CA9A9B9FF13}" destId="{072457A1-0A44-4BC4-AA64-A86600652269}" srcOrd="0" destOrd="0" presId="urn:microsoft.com/office/officeart/2008/layout/LinedList"/>
    <dgm:cxn modelId="{155E4A4C-11B4-4147-B95F-85D01981AE33}" type="presParOf" srcId="{08A50996-AC19-4549-92A8-3CA9A9B9FF13}" destId="{CEAC51D0-24CE-4CBA-AE66-79CC56F6A7C2}" srcOrd="1" destOrd="0" presId="urn:microsoft.com/office/officeart/2008/layout/LinedList"/>
    <dgm:cxn modelId="{E74791D1-F111-47CF-BCC6-31619C127E56}" type="presParOf" srcId="{F39B1344-D353-4012-AA11-925FEAF3860A}" destId="{8B62F41F-F29E-4C10-BEA9-AD882EE0FB46}" srcOrd="2" destOrd="0" presId="urn:microsoft.com/office/officeart/2008/layout/LinedList"/>
    <dgm:cxn modelId="{C93DA6E8-BBB3-4008-8482-4B3FEA90AD78}" type="presParOf" srcId="{F39B1344-D353-4012-AA11-925FEAF3860A}" destId="{D4B52545-A1CE-401A-AED6-88E105DB0881}" srcOrd="3" destOrd="0" presId="urn:microsoft.com/office/officeart/2008/layout/LinedList"/>
    <dgm:cxn modelId="{CC5D7B25-EA0A-4A3A-9FB9-3AB1FFEC063D}" type="presParOf" srcId="{D4B52545-A1CE-401A-AED6-88E105DB0881}" destId="{A2A21591-873E-48E1-9159-748E8F6A67C1}" srcOrd="0" destOrd="0" presId="urn:microsoft.com/office/officeart/2008/layout/LinedList"/>
    <dgm:cxn modelId="{DBDCE3D4-191B-4B2C-AA60-3BB5ADC9691A}" type="presParOf" srcId="{D4B52545-A1CE-401A-AED6-88E105DB0881}" destId="{63891FC0-1AEC-45E1-8A17-A6764FF2FC1F}" srcOrd="1" destOrd="0" presId="urn:microsoft.com/office/officeart/2008/layout/LinedList"/>
    <dgm:cxn modelId="{6FF5E1FF-A95F-4C71-974A-0AF7E76EA5E8}" type="presParOf" srcId="{F39B1344-D353-4012-AA11-925FEAF3860A}" destId="{9B366996-EEA0-4333-88B8-2E7E43244D6C}" srcOrd="4" destOrd="0" presId="urn:microsoft.com/office/officeart/2008/layout/LinedList"/>
    <dgm:cxn modelId="{89A4C1F7-8093-4D87-91A4-16A25A85518D}" type="presParOf" srcId="{F39B1344-D353-4012-AA11-925FEAF3860A}" destId="{B8004E9C-92B7-45BE-863C-B96F62CE942D}" srcOrd="5" destOrd="0" presId="urn:microsoft.com/office/officeart/2008/layout/LinedList"/>
    <dgm:cxn modelId="{09A6B7D5-2C9A-4CD5-8FC5-8AB4E4325551}" type="presParOf" srcId="{B8004E9C-92B7-45BE-863C-B96F62CE942D}" destId="{73E52AE2-7A12-4BB0-9B9C-25F46DA6EE07}" srcOrd="0" destOrd="0" presId="urn:microsoft.com/office/officeart/2008/layout/LinedList"/>
    <dgm:cxn modelId="{DF985968-A14D-4EEA-A6BC-72AB8E1D8DAD}" type="presParOf" srcId="{B8004E9C-92B7-45BE-863C-B96F62CE942D}" destId="{E7B0348B-93D4-46E3-AC46-07A9AC77C131}" srcOrd="1" destOrd="0" presId="urn:microsoft.com/office/officeart/2008/layout/LinedList"/>
    <dgm:cxn modelId="{DF319704-1760-40BF-BE7C-1A5936C75A4E}" type="presParOf" srcId="{F39B1344-D353-4012-AA11-925FEAF3860A}" destId="{3E65FAB6-6009-4088-894F-FF490B59A9B9}" srcOrd="6" destOrd="0" presId="urn:microsoft.com/office/officeart/2008/layout/LinedList"/>
    <dgm:cxn modelId="{7EFD2A80-7345-47C9-AD5A-A4789CAB5DD6}" type="presParOf" srcId="{F39B1344-D353-4012-AA11-925FEAF3860A}" destId="{326C6911-12E1-496F-9CC7-A48D295A45EB}" srcOrd="7" destOrd="0" presId="urn:microsoft.com/office/officeart/2008/layout/LinedList"/>
    <dgm:cxn modelId="{B002C61C-2E85-4B98-BC8C-819B832568C2}" type="presParOf" srcId="{326C6911-12E1-496F-9CC7-A48D295A45EB}" destId="{93DE8346-A5EB-469B-9342-C18411B5A0F0}" srcOrd="0" destOrd="0" presId="urn:microsoft.com/office/officeart/2008/layout/LinedList"/>
    <dgm:cxn modelId="{74C7E78A-2D52-49F5-8425-CBC53A44E10B}" type="presParOf" srcId="{326C6911-12E1-496F-9CC7-A48D295A45EB}" destId="{6C70E6CB-2AD0-4CC8-9C1B-6A24C50A0963}" srcOrd="1" destOrd="0" presId="urn:microsoft.com/office/officeart/2008/layout/LinedList"/>
    <dgm:cxn modelId="{C3F5B4FD-8A33-4D12-92E8-0CEE85AE0EDB}" type="presParOf" srcId="{F39B1344-D353-4012-AA11-925FEAF3860A}" destId="{1FC1F49E-2CC8-43FD-A644-DA335DF1FCDD}" srcOrd="8" destOrd="0" presId="urn:microsoft.com/office/officeart/2008/layout/LinedList"/>
    <dgm:cxn modelId="{E3EEFCC7-C990-4BD3-B219-2BBE52B215DC}" type="presParOf" srcId="{F39B1344-D353-4012-AA11-925FEAF3860A}" destId="{BDF22A9E-0B5D-4FE6-9C7E-6C1E95974F39}" srcOrd="9" destOrd="0" presId="urn:microsoft.com/office/officeart/2008/layout/LinedList"/>
    <dgm:cxn modelId="{919F3105-D3CE-4AF7-B23B-DE6F3399FAF3}" type="presParOf" srcId="{BDF22A9E-0B5D-4FE6-9C7E-6C1E95974F39}" destId="{B9ABC544-E0C3-45E9-B0B0-F3B0D2DEB911}" srcOrd="0" destOrd="0" presId="urn:microsoft.com/office/officeart/2008/layout/LinedList"/>
    <dgm:cxn modelId="{E26C02A4-7390-471B-833E-07AC3DC89F3F}" type="presParOf" srcId="{BDF22A9E-0B5D-4FE6-9C7E-6C1E95974F39}" destId="{30389AB5-D375-49D7-A741-8DEAB0747B61}" srcOrd="1" destOrd="0" presId="urn:microsoft.com/office/officeart/2008/layout/LinedList"/>
    <dgm:cxn modelId="{8D664D42-E42E-4804-B184-272D9DD08289}" type="presParOf" srcId="{F39B1344-D353-4012-AA11-925FEAF3860A}" destId="{327AD777-5D65-4B0D-B78D-83EFD5882DC7}" srcOrd="10" destOrd="0" presId="urn:microsoft.com/office/officeart/2008/layout/LinedList"/>
    <dgm:cxn modelId="{F0AE2029-B1BE-49FF-A075-4DF91C09D624}" type="presParOf" srcId="{F39B1344-D353-4012-AA11-925FEAF3860A}" destId="{5A9A4D29-323B-479C-8389-23B9806D3A3E}" srcOrd="11" destOrd="0" presId="urn:microsoft.com/office/officeart/2008/layout/LinedList"/>
    <dgm:cxn modelId="{FC1A91F3-F7A0-4B3F-B9F0-584D91EE4589}" type="presParOf" srcId="{5A9A4D29-323B-479C-8389-23B9806D3A3E}" destId="{2AF38DA1-8353-40A4-8DF8-FFA08EF6894F}" srcOrd="0" destOrd="0" presId="urn:microsoft.com/office/officeart/2008/layout/LinedList"/>
    <dgm:cxn modelId="{2E572530-10B4-4C03-B54C-1C6557D7805A}" type="presParOf" srcId="{5A9A4D29-323B-479C-8389-23B9806D3A3E}" destId="{1B31AB23-9F9A-46DB-B9CF-9368A643B06B}" srcOrd="1" destOrd="0" presId="urn:microsoft.com/office/officeart/2008/layout/LinedList"/>
    <dgm:cxn modelId="{785F47B2-2F2E-45B6-8F6B-7855BD27562B}" type="presParOf" srcId="{F39B1344-D353-4012-AA11-925FEAF3860A}" destId="{F8810CBA-C705-4C44-8C78-73A2E692D829}" srcOrd="12" destOrd="0" presId="urn:microsoft.com/office/officeart/2008/layout/LinedList"/>
    <dgm:cxn modelId="{7FD39ACB-9722-4706-A896-5AA2D32A1B05}" type="presParOf" srcId="{F39B1344-D353-4012-AA11-925FEAF3860A}" destId="{93ECD7F3-C91B-44FE-81F4-D17B009AC58D}" srcOrd="13" destOrd="0" presId="urn:microsoft.com/office/officeart/2008/layout/LinedList"/>
    <dgm:cxn modelId="{B39BC280-32A8-4ABF-B31E-8A04A7472545}" type="presParOf" srcId="{93ECD7F3-C91B-44FE-81F4-D17B009AC58D}" destId="{378CE59D-C21B-4864-B1A9-52A8193C9CBD}" srcOrd="0" destOrd="0" presId="urn:microsoft.com/office/officeart/2008/layout/LinedList"/>
    <dgm:cxn modelId="{C588E379-8C79-41F8-8C7A-5CDFCE29EC76}" type="presParOf" srcId="{93ECD7F3-C91B-44FE-81F4-D17B009AC58D}" destId="{06FEEA0C-F159-46B9-BF64-920BC7D3DB45}" srcOrd="1" destOrd="0" presId="urn:microsoft.com/office/officeart/2008/layout/LinedList"/>
    <dgm:cxn modelId="{CBB88405-2E2C-4AFC-91BE-39D97BB863C0}" type="presParOf" srcId="{F39B1344-D353-4012-AA11-925FEAF3860A}" destId="{A5C5ECD3-71DC-4906-9462-D292527645CA}" srcOrd="14" destOrd="0" presId="urn:microsoft.com/office/officeart/2008/layout/LinedList"/>
    <dgm:cxn modelId="{1644D05F-ED03-4FAA-8157-A63786E5B986}" type="presParOf" srcId="{F39B1344-D353-4012-AA11-925FEAF3860A}" destId="{91414A06-AE46-4427-ADB4-3C42F8017F86}" srcOrd="15" destOrd="0" presId="urn:microsoft.com/office/officeart/2008/layout/LinedList"/>
    <dgm:cxn modelId="{A6D65F94-EE16-43EE-861E-9E6B3E855DED}" type="presParOf" srcId="{91414A06-AE46-4427-ADB4-3C42F8017F86}" destId="{10A714E5-E0F3-4067-8C43-64D86ED19A45}" srcOrd="0" destOrd="0" presId="urn:microsoft.com/office/officeart/2008/layout/LinedList"/>
    <dgm:cxn modelId="{71D6C99C-A98D-4D35-A25F-075F07036CEE}" type="presParOf" srcId="{91414A06-AE46-4427-ADB4-3C42F8017F86}" destId="{343FC46C-6E49-45CD-B0F8-47D31C95B63A}" srcOrd="1" destOrd="0" presId="urn:microsoft.com/office/officeart/2008/layout/LinedList"/>
    <dgm:cxn modelId="{00EAD4FC-A10A-4F5E-8397-7E032A04DE14}" type="presParOf" srcId="{F39B1344-D353-4012-AA11-925FEAF3860A}" destId="{F6A509AF-21FD-48ED-ADF4-C78EA460C170}" srcOrd="16" destOrd="0" presId="urn:microsoft.com/office/officeart/2008/layout/LinedList"/>
    <dgm:cxn modelId="{6DB7F843-538C-4A33-B304-5DF41C101283}" type="presParOf" srcId="{F39B1344-D353-4012-AA11-925FEAF3860A}" destId="{5DD3F71A-402C-456D-AAA3-35D463721A22}" srcOrd="17" destOrd="0" presId="urn:microsoft.com/office/officeart/2008/layout/LinedList"/>
    <dgm:cxn modelId="{D026AAB3-88D8-48C6-976A-5FAD9E4CD383}" type="presParOf" srcId="{5DD3F71A-402C-456D-AAA3-35D463721A22}" destId="{5293AA1C-23FB-4D97-A9C1-166045C2D6B1}" srcOrd="0" destOrd="0" presId="urn:microsoft.com/office/officeart/2008/layout/LinedList"/>
    <dgm:cxn modelId="{52F4C438-F2E3-41FB-AE73-EC31BAF144E8}" type="presParOf" srcId="{5DD3F71A-402C-456D-AAA3-35D463721A22}" destId="{ACB0AFA9-201C-477B-A2F3-EC9E6C9CA74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AECD08C-AE19-40BC-A381-CB8CCF0A869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1E7AC0A-B950-4ACC-9705-F66E4FBAB08B}">
      <dgm:prSet/>
      <dgm:spPr/>
      <dgm:t>
        <a:bodyPr/>
        <a:lstStyle/>
        <a:p>
          <a:r>
            <a:rPr lang="en-US"/>
            <a:t>• Checked data types and structure</a:t>
          </a:r>
        </a:p>
      </dgm:t>
    </dgm:pt>
    <dgm:pt modelId="{2BB45548-7AD2-432F-8748-97514CCF68D9}" type="parTrans" cxnId="{FBA7189D-49E4-4109-9175-EC887A19AE3F}">
      <dgm:prSet/>
      <dgm:spPr/>
      <dgm:t>
        <a:bodyPr/>
        <a:lstStyle/>
        <a:p>
          <a:endParaRPr lang="en-US"/>
        </a:p>
      </dgm:t>
    </dgm:pt>
    <dgm:pt modelId="{F38B6365-31C0-4DE1-BD02-1218FFF602D3}" type="sibTrans" cxnId="{FBA7189D-49E4-4109-9175-EC887A19AE3F}">
      <dgm:prSet/>
      <dgm:spPr/>
      <dgm:t>
        <a:bodyPr/>
        <a:lstStyle/>
        <a:p>
          <a:endParaRPr lang="en-US"/>
        </a:p>
      </dgm:t>
    </dgm:pt>
    <dgm:pt modelId="{6DE08A8B-738B-4D62-91DF-575C26EE5754}">
      <dgm:prSet/>
      <dgm:spPr/>
      <dgm:t>
        <a:bodyPr/>
        <a:lstStyle/>
        <a:p>
          <a:r>
            <a:rPr lang="en-US"/>
            <a:t>• Identified numerical and categorical features</a:t>
          </a:r>
        </a:p>
      </dgm:t>
    </dgm:pt>
    <dgm:pt modelId="{7D6BE9E1-BA47-43FF-B44A-F37EA36FDA9F}" type="parTrans" cxnId="{DE1E8A92-3DFB-43AA-B418-024E18C9E515}">
      <dgm:prSet/>
      <dgm:spPr/>
      <dgm:t>
        <a:bodyPr/>
        <a:lstStyle/>
        <a:p>
          <a:endParaRPr lang="en-US"/>
        </a:p>
      </dgm:t>
    </dgm:pt>
    <dgm:pt modelId="{71D203B3-05AE-4DBB-AB99-21099270A4F1}" type="sibTrans" cxnId="{DE1E8A92-3DFB-43AA-B418-024E18C9E515}">
      <dgm:prSet/>
      <dgm:spPr/>
      <dgm:t>
        <a:bodyPr/>
        <a:lstStyle/>
        <a:p>
          <a:endParaRPr lang="en-US"/>
        </a:p>
      </dgm:t>
    </dgm:pt>
    <dgm:pt modelId="{6ED1A223-6111-480F-8BB2-EC21968FCBD2}">
      <dgm:prSet/>
      <dgm:spPr/>
      <dgm:t>
        <a:bodyPr/>
        <a:lstStyle/>
        <a:p>
          <a:r>
            <a:rPr lang="en-US"/>
            <a:t>• Checked missing values</a:t>
          </a:r>
        </a:p>
      </dgm:t>
    </dgm:pt>
    <dgm:pt modelId="{8110B929-6CE8-4D72-B94C-0D48501F3B97}" type="parTrans" cxnId="{54A7CACB-1B43-4D7C-8C55-ACC717DDDB40}">
      <dgm:prSet/>
      <dgm:spPr/>
      <dgm:t>
        <a:bodyPr/>
        <a:lstStyle/>
        <a:p>
          <a:endParaRPr lang="en-US"/>
        </a:p>
      </dgm:t>
    </dgm:pt>
    <dgm:pt modelId="{2E5564C2-18A9-441A-AAB6-B43FE00E692E}" type="sibTrans" cxnId="{54A7CACB-1B43-4D7C-8C55-ACC717DDDB40}">
      <dgm:prSet/>
      <dgm:spPr/>
      <dgm:t>
        <a:bodyPr/>
        <a:lstStyle/>
        <a:p>
          <a:endParaRPr lang="en-US"/>
        </a:p>
      </dgm:t>
    </dgm:pt>
    <dgm:pt modelId="{91BD5C50-AAE5-4F80-ABA3-F3B8766A0BFA}">
      <dgm:prSet/>
      <dgm:spPr/>
      <dgm:t>
        <a:bodyPr/>
        <a:lstStyle/>
        <a:p>
          <a:r>
            <a:rPr lang="en-US"/>
            <a:t>• Analyzed price distribution</a:t>
          </a:r>
        </a:p>
      </dgm:t>
    </dgm:pt>
    <dgm:pt modelId="{D54C2F5F-FB8A-4C42-8E03-1AD17C1757E9}" type="parTrans" cxnId="{C9724B0D-0657-4ABD-9B05-49DB05750F3D}">
      <dgm:prSet/>
      <dgm:spPr/>
      <dgm:t>
        <a:bodyPr/>
        <a:lstStyle/>
        <a:p>
          <a:endParaRPr lang="en-US"/>
        </a:p>
      </dgm:t>
    </dgm:pt>
    <dgm:pt modelId="{2B461990-3960-49A3-B8EC-65D6CEFA32D2}" type="sibTrans" cxnId="{C9724B0D-0657-4ABD-9B05-49DB05750F3D}">
      <dgm:prSet/>
      <dgm:spPr/>
      <dgm:t>
        <a:bodyPr/>
        <a:lstStyle/>
        <a:p>
          <a:endParaRPr lang="en-US"/>
        </a:p>
      </dgm:t>
    </dgm:pt>
    <dgm:pt modelId="{484652A5-4DEA-439F-B930-A80903D0E0F1}" type="pres">
      <dgm:prSet presAssocID="{5AECD08C-AE19-40BC-A381-CB8CCF0A869B}" presName="vert0" presStyleCnt="0">
        <dgm:presLayoutVars>
          <dgm:dir/>
          <dgm:animOne val="branch"/>
          <dgm:animLvl val="lvl"/>
        </dgm:presLayoutVars>
      </dgm:prSet>
      <dgm:spPr/>
    </dgm:pt>
    <dgm:pt modelId="{2F03DA9A-7507-47F3-8D79-D00166232DD1}" type="pres">
      <dgm:prSet presAssocID="{51E7AC0A-B950-4ACC-9705-F66E4FBAB08B}" presName="thickLine" presStyleLbl="alignNode1" presStyleIdx="0" presStyleCnt="4"/>
      <dgm:spPr/>
    </dgm:pt>
    <dgm:pt modelId="{DF4BF7AF-1774-41A9-B1F1-2B13A0E66792}" type="pres">
      <dgm:prSet presAssocID="{51E7AC0A-B950-4ACC-9705-F66E4FBAB08B}" presName="horz1" presStyleCnt="0"/>
      <dgm:spPr/>
    </dgm:pt>
    <dgm:pt modelId="{A7166D4B-367D-44CA-8FED-210E81B75D94}" type="pres">
      <dgm:prSet presAssocID="{51E7AC0A-B950-4ACC-9705-F66E4FBAB08B}" presName="tx1" presStyleLbl="revTx" presStyleIdx="0" presStyleCnt="4"/>
      <dgm:spPr/>
    </dgm:pt>
    <dgm:pt modelId="{D891F56C-8805-4408-B84C-52A38F9B5D4D}" type="pres">
      <dgm:prSet presAssocID="{51E7AC0A-B950-4ACC-9705-F66E4FBAB08B}" presName="vert1" presStyleCnt="0"/>
      <dgm:spPr/>
    </dgm:pt>
    <dgm:pt modelId="{DEC106BB-D477-4DC8-A00F-D663915F3562}" type="pres">
      <dgm:prSet presAssocID="{6DE08A8B-738B-4D62-91DF-575C26EE5754}" presName="thickLine" presStyleLbl="alignNode1" presStyleIdx="1" presStyleCnt="4"/>
      <dgm:spPr/>
    </dgm:pt>
    <dgm:pt modelId="{CCB11664-C653-449C-ACB8-7097A28D8016}" type="pres">
      <dgm:prSet presAssocID="{6DE08A8B-738B-4D62-91DF-575C26EE5754}" presName="horz1" presStyleCnt="0"/>
      <dgm:spPr/>
    </dgm:pt>
    <dgm:pt modelId="{4F83E90E-943F-421D-9ACB-D3E627AF75C3}" type="pres">
      <dgm:prSet presAssocID="{6DE08A8B-738B-4D62-91DF-575C26EE5754}" presName="tx1" presStyleLbl="revTx" presStyleIdx="1" presStyleCnt="4"/>
      <dgm:spPr/>
    </dgm:pt>
    <dgm:pt modelId="{B830F617-20B1-471E-9C7E-40209E76FE91}" type="pres">
      <dgm:prSet presAssocID="{6DE08A8B-738B-4D62-91DF-575C26EE5754}" presName="vert1" presStyleCnt="0"/>
      <dgm:spPr/>
    </dgm:pt>
    <dgm:pt modelId="{ABC70583-05D1-4E30-B18D-00994C5AF391}" type="pres">
      <dgm:prSet presAssocID="{6ED1A223-6111-480F-8BB2-EC21968FCBD2}" presName="thickLine" presStyleLbl="alignNode1" presStyleIdx="2" presStyleCnt="4"/>
      <dgm:spPr/>
    </dgm:pt>
    <dgm:pt modelId="{867C62FF-47B0-4572-B178-386F67C7EF1C}" type="pres">
      <dgm:prSet presAssocID="{6ED1A223-6111-480F-8BB2-EC21968FCBD2}" presName="horz1" presStyleCnt="0"/>
      <dgm:spPr/>
    </dgm:pt>
    <dgm:pt modelId="{3D782CD6-483F-4480-8BC1-CBE7A41C406F}" type="pres">
      <dgm:prSet presAssocID="{6ED1A223-6111-480F-8BB2-EC21968FCBD2}" presName="tx1" presStyleLbl="revTx" presStyleIdx="2" presStyleCnt="4"/>
      <dgm:spPr/>
    </dgm:pt>
    <dgm:pt modelId="{7E01B1C2-2B46-42D4-B13D-6AF8B1C50C96}" type="pres">
      <dgm:prSet presAssocID="{6ED1A223-6111-480F-8BB2-EC21968FCBD2}" presName="vert1" presStyleCnt="0"/>
      <dgm:spPr/>
    </dgm:pt>
    <dgm:pt modelId="{C321364F-6A00-4917-8680-91BB3E45914A}" type="pres">
      <dgm:prSet presAssocID="{91BD5C50-AAE5-4F80-ABA3-F3B8766A0BFA}" presName="thickLine" presStyleLbl="alignNode1" presStyleIdx="3" presStyleCnt="4"/>
      <dgm:spPr/>
    </dgm:pt>
    <dgm:pt modelId="{A03B8DFA-7EF1-4053-91A3-EE3B88AE449E}" type="pres">
      <dgm:prSet presAssocID="{91BD5C50-AAE5-4F80-ABA3-F3B8766A0BFA}" presName="horz1" presStyleCnt="0"/>
      <dgm:spPr/>
    </dgm:pt>
    <dgm:pt modelId="{7EE0BF37-EC54-4A3F-8F92-97543B1A7720}" type="pres">
      <dgm:prSet presAssocID="{91BD5C50-AAE5-4F80-ABA3-F3B8766A0BFA}" presName="tx1" presStyleLbl="revTx" presStyleIdx="3" presStyleCnt="4"/>
      <dgm:spPr/>
    </dgm:pt>
    <dgm:pt modelId="{47683DCE-ADB3-47E5-BF09-3705E42B5CD3}" type="pres">
      <dgm:prSet presAssocID="{91BD5C50-AAE5-4F80-ABA3-F3B8766A0BFA}" presName="vert1" presStyleCnt="0"/>
      <dgm:spPr/>
    </dgm:pt>
  </dgm:ptLst>
  <dgm:cxnLst>
    <dgm:cxn modelId="{C9724B0D-0657-4ABD-9B05-49DB05750F3D}" srcId="{5AECD08C-AE19-40BC-A381-CB8CCF0A869B}" destId="{91BD5C50-AAE5-4F80-ABA3-F3B8766A0BFA}" srcOrd="3" destOrd="0" parTransId="{D54C2F5F-FB8A-4C42-8E03-1AD17C1757E9}" sibTransId="{2B461990-3960-49A3-B8EC-65D6CEFA32D2}"/>
    <dgm:cxn modelId="{FEBC3C14-0801-403A-8743-4AAD90A18E07}" type="presOf" srcId="{5AECD08C-AE19-40BC-A381-CB8CCF0A869B}" destId="{484652A5-4DEA-439F-B930-A80903D0E0F1}" srcOrd="0" destOrd="0" presId="urn:microsoft.com/office/officeart/2008/layout/LinedList"/>
    <dgm:cxn modelId="{65D68543-61E8-4010-A434-0B1F51E97749}" type="presOf" srcId="{6DE08A8B-738B-4D62-91DF-575C26EE5754}" destId="{4F83E90E-943F-421D-9ACB-D3E627AF75C3}" srcOrd="0" destOrd="0" presId="urn:microsoft.com/office/officeart/2008/layout/LinedList"/>
    <dgm:cxn modelId="{787FDC4D-F280-4C91-87E6-2B0C711FD877}" type="presOf" srcId="{91BD5C50-AAE5-4F80-ABA3-F3B8766A0BFA}" destId="{7EE0BF37-EC54-4A3F-8F92-97543B1A7720}" srcOrd="0" destOrd="0" presId="urn:microsoft.com/office/officeart/2008/layout/LinedList"/>
    <dgm:cxn modelId="{154D067B-801B-4843-B8ED-4BF644B6C202}" type="presOf" srcId="{51E7AC0A-B950-4ACC-9705-F66E4FBAB08B}" destId="{A7166D4B-367D-44CA-8FED-210E81B75D94}" srcOrd="0" destOrd="0" presId="urn:microsoft.com/office/officeart/2008/layout/LinedList"/>
    <dgm:cxn modelId="{DE1E8A92-3DFB-43AA-B418-024E18C9E515}" srcId="{5AECD08C-AE19-40BC-A381-CB8CCF0A869B}" destId="{6DE08A8B-738B-4D62-91DF-575C26EE5754}" srcOrd="1" destOrd="0" parTransId="{7D6BE9E1-BA47-43FF-B44A-F37EA36FDA9F}" sibTransId="{71D203B3-05AE-4DBB-AB99-21099270A4F1}"/>
    <dgm:cxn modelId="{FBA7189D-49E4-4109-9175-EC887A19AE3F}" srcId="{5AECD08C-AE19-40BC-A381-CB8CCF0A869B}" destId="{51E7AC0A-B950-4ACC-9705-F66E4FBAB08B}" srcOrd="0" destOrd="0" parTransId="{2BB45548-7AD2-432F-8748-97514CCF68D9}" sibTransId="{F38B6365-31C0-4DE1-BD02-1218FFF602D3}"/>
    <dgm:cxn modelId="{54A7CACB-1B43-4D7C-8C55-ACC717DDDB40}" srcId="{5AECD08C-AE19-40BC-A381-CB8CCF0A869B}" destId="{6ED1A223-6111-480F-8BB2-EC21968FCBD2}" srcOrd="2" destOrd="0" parTransId="{8110B929-6CE8-4D72-B94C-0D48501F3B97}" sibTransId="{2E5564C2-18A9-441A-AAB6-B43FE00E692E}"/>
    <dgm:cxn modelId="{528165F1-03F1-4A73-B65C-E4E968715934}" type="presOf" srcId="{6ED1A223-6111-480F-8BB2-EC21968FCBD2}" destId="{3D782CD6-483F-4480-8BC1-CBE7A41C406F}" srcOrd="0" destOrd="0" presId="urn:microsoft.com/office/officeart/2008/layout/LinedList"/>
    <dgm:cxn modelId="{3DCFBC72-C501-409F-A120-A29A923855C1}" type="presParOf" srcId="{484652A5-4DEA-439F-B930-A80903D0E0F1}" destId="{2F03DA9A-7507-47F3-8D79-D00166232DD1}" srcOrd="0" destOrd="0" presId="urn:microsoft.com/office/officeart/2008/layout/LinedList"/>
    <dgm:cxn modelId="{ECD1ECFA-30A0-41CD-B674-2A6BAECD825D}" type="presParOf" srcId="{484652A5-4DEA-439F-B930-A80903D0E0F1}" destId="{DF4BF7AF-1774-41A9-B1F1-2B13A0E66792}" srcOrd="1" destOrd="0" presId="urn:microsoft.com/office/officeart/2008/layout/LinedList"/>
    <dgm:cxn modelId="{6D08B50B-87AF-49B3-A5A1-5EC719832A84}" type="presParOf" srcId="{DF4BF7AF-1774-41A9-B1F1-2B13A0E66792}" destId="{A7166D4B-367D-44CA-8FED-210E81B75D94}" srcOrd="0" destOrd="0" presId="urn:microsoft.com/office/officeart/2008/layout/LinedList"/>
    <dgm:cxn modelId="{DB51B933-FBD8-426A-8BF5-C600BB7860C5}" type="presParOf" srcId="{DF4BF7AF-1774-41A9-B1F1-2B13A0E66792}" destId="{D891F56C-8805-4408-B84C-52A38F9B5D4D}" srcOrd="1" destOrd="0" presId="urn:microsoft.com/office/officeart/2008/layout/LinedList"/>
    <dgm:cxn modelId="{F4D8138A-602C-47AD-A25C-BF42632F17CD}" type="presParOf" srcId="{484652A5-4DEA-439F-B930-A80903D0E0F1}" destId="{DEC106BB-D477-4DC8-A00F-D663915F3562}" srcOrd="2" destOrd="0" presId="urn:microsoft.com/office/officeart/2008/layout/LinedList"/>
    <dgm:cxn modelId="{ADF18440-A44C-4FA5-9246-8AEC645AFB80}" type="presParOf" srcId="{484652A5-4DEA-439F-B930-A80903D0E0F1}" destId="{CCB11664-C653-449C-ACB8-7097A28D8016}" srcOrd="3" destOrd="0" presId="urn:microsoft.com/office/officeart/2008/layout/LinedList"/>
    <dgm:cxn modelId="{41A6C8D6-1ADF-4417-B89A-EFC1513323C3}" type="presParOf" srcId="{CCB11664-C653-449C-ACB8-7097A28D8016}" destId="{4F83E90E-943F-421D-9ACB-D3E627AF75C3}" srcOrd="0" destOrd="0" presId="urn:microsoft.com/office/officeart/2008/layout/LinedList"/>
    <dgm:cxn modelId="{E0A63B12-F06E-4649-BFB6-43EA3E3136DA}" type="presParOf" srcId="{CCB11664-C653-449C-ACB8-7097A28D8016}" destId="{B830F617-20B1-471E-9C7E-40209E76FE91}" srcOrd="1" destOrd="0" presId="urn:microsoft.com/office/officeart/2008/layout/LinedList"/>
    <dgm:cxn modelId="{67535144-6A2F-42C0-B223-1345318EEF7F}" type="presParOf" srcId="{484652A5-4DEA-439F-B930-A80903D0E0F1}" destId="{ABC70583-05D1-4E30-B18D-00994C5AF391}" srcOrd="4" destOrd="0" presId="urn:microsoft.com/office/officeart/2008/layout/LinedList"/>
    <dgm:cxn modelId="{29F14CE1-E93C-4FBB-A946-50901BEFAF80}" type="presParOf" srcId="{484652A5-4DEA-439F-B930-A80903D0E0F1}" destId="{867C62FF-47B0-4572-B178-386F67C7EF1C}" srcOrd="5" destOrd="0" presId="urn:microsoft.com/office/officeart/2008/layout/LinedList"/>
    <dgm:cxn modelId="{CF86CE19-C4F7-4A2B-982D-9927DA236FA9}" type="presParOf" srcId="{867C62FF-47B0-4572-B178-386F67C7EF1C}" destId="{3D782CD6-483F-4480-8BC1-CBE7A41C406F}" srcOrd="0" destOrd="0" presId="urn:microsoft.com/office/officeart/2008/layout/LinedList"/>
    <dgm:cxn modelId="{B2C1A1F7-856B-44E6-B4FA-E2A07BFF0DEB}" type="presParOf" srcId="{867C62FF-47B0-4572-B178-386F67C7EF1C}" destId="{7E01B1C2-2B46-42D4-B13D-6AF8B1C50C96}" srcOrd="1" destOrd="0" presId="urn:microsoft.com/office/officeart/2008/layout/LinedList"/>
    <dgm:cxn modelId="{26FB90D9-F856-4466-938F-179A3E13CADC}" type="presParOf" srcId="{484652A5-4DEA-439F-B930-A80903D0E0F1}" destId="{C321364F-6A00-4917-8680-91BB3E45914A}" srcOrd="6" destOrd="0" presId="urn:microsoft.com/office/officeart/2008/layout/LinedList"/>
    <dgm:cxn modelId="{B3DDBF57-04DC-401B-86FC-D804BBCB7C5B}" type="presParOf" srcId="{484652A5-4DEA-439F-B930-A80903D0E0F1}" destId="{A03B8DFA-7EF1-4053-91A3-EE3B88AE449E}" srcOrd="7" destOrd="0" presId="urn:microsoft.com/office/officeart/2008/layout/LinedList"/>
    <dgm:cxn modelId="{A3C97272-355E-45A4-948D-0C0CBA9B919F}" type="presParOf" srcId="{A03B8DFA-7EF1-4053-91A3-EE3B88AE449E}" destId="{7EE0BF37-EC54-4A3F-8F92-97543B1A7720}" srcOrd="0" destOrd="0" presId="urn:microsoft.com/office/officeart/2008/layout/LinedList"/>
    <dgm:cxn modelId="{1CFA75BA-0581-42C4-866B-F861CCDFF7FF}" type="presParOf" srcId="{A03B8DFA-7EF1-4053-91A3-EE3B88AE449E}" destId="{47683DCE-ADB3-47E5-BF09-3705E42B5CD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C31E6DF-EDE5-44A9-BF3D-22C7657BE54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A611A12-C5C4-421D-8993-A4BEF3C2F4F6}">
      <dgm:prSet/>
      <dgm:spPr/>
      <dgm:t>
        <a:bodyPr/>
        <a:lstStyle/>
        <a:p>
          <a:pPr>
            <a:defRPr cap="all"/>
          </a:pPr>
          <a:r>
            <a:rPr lang="en-US"/>
            <a:t>• Correlation Analysis</a:t>
          </a:r>
        </a:p>
      </dgm:t>
    </dgm:pt>
    <dgm:pt modelId="{3EBB13C1-51CF-4B1A-A5C6-3C822E47FAF7}" type="parTrans" cxnId="{1E408CCE-B175-4759-AAEE-3EB2055DC25E}">
      <dgm:prSet/>
      <dgm:spPr/>
      <dgm:t>
        <a:bodyPr/>
        <a:lstStyle/>
        <a:p>
          <a:endParaRPr lang="en-US"/>
        </a:p>
      </dgm:t>
    </dgm:pt>
    <dgm:pt modelId="{D695DFBA-774C-424B-8D10-457BCF99A607}" type="sibTrans" cxnId="{1E408CCE-B175-4759-AAEE-3EB2055DC25E}">
      <dgm:prSet/>
      <dgm:spPr/>
      <dgm:t>
        <a:bodyPr/>
        <a:lstStyle/>
        <a:p>
          <a:endParaRPr lang="en-US"/>
        </a:p>
      </dgm:t>
    </dgm:pt>
    <dgm:pt modelId="{065D1D3C-A196-4E79-A0F3-04BC76DF7A36}">
      <dgm:prSet/>
      <dgm:spPr/>
      <dgm:t>
        <a:bodyPr/>
        <a:lstStyle/>
        <a:p>
          <a:pPr>
            <a:defRPr cap="all"/>
          </a:pPr>
          <a:r>
            <a:rPr lang="en-US"/>
            <a:t>• Heatmap Visualization</a:t>
          </a:r>
        </a:p>
      </dgm:t>
    </dgm:pt>
    <dgm:pt modelId="{1E62343E-CCD5-4037-8E5B-E4490153CC4F}" type="parTrans" cxnId="{E6DC2558-D42B-419C-8089-636F8920C623}">
      <dgm:prSet/>
      <dgm:spPr/>
      <dgm:t>
        <a:bodyPr/>
        <a:lstStyle/>
        <a:p>
          <a:endParaRPr lang="en-US"/>
        </a:p>
      </dgm:t>
    </dgm:pt>
    <dgm:pt modelId="{2C9DA507-8570-409E-9894-F6F925427351}" type="sibTrans" cxnId="{E6DC2558-D42B-419C-8089-636F8920C623}">
      <dgm:prSet/>
      <dgm:spPr/>
      <dgm:t>
        <a:bodyPr/>
        <a:lstStyle/>
        <a:p>
          <a:endParaRPr lang="en-US"/>
        </a:p>
      </dgm:t>
    </dgm:pt>
    <dgm:pt modelId="{2C8B9E85-DDD6-4A94-B73D-7DFF76641DF0}">
      <dgm:prSet/>
      <dgm:spPr/>
      <dgm:t>
        <a:bodyPr/>
        <a:lstStyle/>
        <a:p>
          <a:pPr>
            <a:defRPr cap="all"/>
          </a:pPr>
          <a:r>
            <a:rPr lang="en-US"/>
            <a:t>• Random Forest Feature Importance</a:t>
          </a:r>
        </a:p>
      </dgm:t>
    </dgm:pt>
    <dgm:pt modelId="{CA129DDF-3E94-46FB-95B4-6D1536107CDD}" type="parTrans" cxnId="{37AAE291-8508-4CCB-8828-5EEE1A8B18F4}">
      <dgm:prSet/>
      <dgm:spPr/>
      <dgm:t>
        <a:bodyPr/>
        <a:lstStyle/>
        <a:p>
          <a:endParaRPr lang="en-US"/>
        </a:p>
      </dgm:t>
    </dgm:pt>
    <dgm:pt modelId="{FC8BD8C3-67BD-4B6E-ABAE-540136A30A6E}" type="sibTrans" cxnId="{37AAE291-8508-4CCB-8828-5EEE1A8B18F4}">
      <dgm:prSet/>
      <dgm:spPr/>
      <dgm:t>
        <a:bodyPr/>
        <a:lstStyle/>
        <a:p>
          <a:endParaRPr lang="en-US"/>
        </a:p>
      </dgm:t>
    </dgm:pt>
    <dgm:pt modelId="{1DD9B7EE-0EA4-48F5-82E1-40DB8501BCC8}">
      <dgm:prSet/>
      <dgm:spPr/>
      <dgm:t>
        <a:bodyPr/>
        <a:lstStyle/>
        <a:p>
          <a:pPr>
            <a:defRPr cap="all"/>
          </a:pPr>
          <a:r>
            <a:rPr lang="en-US"/>
            <a:t>• Selected most influential features</a:t>
          </a:r>
        </a:p>
      </dgm:t>
    </dgm:pt>
    <dgm:pt modelId="{CD4A78B2-01EB-4261-816E-A27A9C56858D}" type="parTrans" cxnId="{E2888FF9-72F1-430F-8F3B-FE3D2AAF1E56}">
      <dgm:prSet/>
      <dgm:spPr/>
      <dgm:t>
        <a:bodyPr/>
        <a:lstStyle/>
        <a:p>
          <a:endParaRPr lang="en-US"/>
        </a:p>
      </dgm:t>
    </dgm:pt>
    <dgm:pt modelId="{1C0C0152-0735-4013-ADFD-045BF1868FB5}" type="sibTrans" cxnId="{E2888FF9-72F1-430F-8F3B-FE3D2AAF1E56}">
      <dgm:prSet/>
      <dgm:spPr/>
      <dgm:t>
        <a:bodyPr/>
        <a:lstStyle/>
        <a:p>
          <a:endParaRPr lang="en-US"/>
        </a:p>
      </dgm:t>
    </dgm:pt>
    <dgm:pt modelId="{F2A9A3CE-ADC3-4FC7-9AEC-5198C7B133CE}" type="pres">
      <dgm:prSet presAssocID="{DC31E6DF-EDE5-44A9-BF3D-22C7657BE549}" presName="root" presStyleCnt="0">
        <dgm:presLayoutVars>
          <dgm:dir/>
          <dgm:resizeHandles val="exact"/>
        </dgm:presLayoutVars>
      </dgm:prSet>
      <dgm:spPr/>
    </dgm:pt>
    <dgm:pt modelId="{B99F187F-D12E-45AD-9D0F-9768584FAFBF}" type="pres">
      <dgm:prSet presAssocID="{1A611A12-C5C4-421D-8993-A4BEF3C2F4F6}" presName="compNode" presStyleCnt="0"/>
      <dgm:spPr/>
    </dgm:pt>
    <dgm:pt modelId="{70D50EE8-EFCF-491D-BB9F-C2F95B82FCAA}" type="pres">
      <dgm:prSet presAssocID="{1A611A12-C5C4-421D-8993-A4BEF3C2F4F6}" presName="iconBgRect" presStyleLbl="bgShp" presStyleIdx="0" presStyleCnt="4"/>
      <dgm:spPr/>
    </dgm:pt>
    <dgm:pt modelId="{F4626357-DAA5-4F33-B730-AC61E1BC002B}" type="pres">
      <dgm:prSet presAssocID="{1A611A12-C5C4-421D-8993-A4BEF3C2F4F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7D5F34E-3449-4347-AA31-3A77B12BCB80}" type="pres">
      <dgm:prSet presAssocID="{1A611A12-C5C4-421D-8993-A4BEF3C2F4F6}" presName="spaceRect" presStyleCnt="0"/>
      <dgm:spPr/>
    </dgm:pt>
    <dgm:pt modelId="{098617D2-12D8-463F-B580-DC2948C7B044}" type="pres">
      <dgm:prSet presAssocID="{1A611A12-C5C4-421D-8993-A4BEF3C2F4F6}" presName="textRect" presStyleLbl="revTx" presStyleIdx="0" presStyleCnt="4">
        <dgm:presLayoutVars>
          <dgm:chMax val="1"/>
          <dgm:chPref val="1"/>
        </dgm:presLayoutVars>
      </dgm:prSet>
      <dgm:spPr/>
    </dgm:pt>
    <dgm:pt modelId="{890429EC-6FDF-48BD-8851-381F45A83DE3}" type="pres">
      <dgm:prSet presAssocID="{D695DFBA-774C-424B-8D10-457BCF99A607}" presName="sibTrans" presStyleCnt="0"/>
      <dgm:spPr/>
    </dgm:pt>
    <dgm:pt modelId="{A387A1EE-5B0C-47E2-A9E5-19E326D020E8}" type="pres">
      <dgm:prSet presAssocID="{065D1D3C-A196-4E79-A0F3-04BC76DF7A36}" presName="compNode" presStyleCnt="0"/>
      <dgm:spPr/>
    </dgm:pt>
    <dgm:pt modelId="{12B76BBD-8219-43EF-BD2E-D936FDD35003}" type="pres">
      <dgm:prSet presAssocID="{065D1D3C-A196-4E79-A0F3-04BC76DF7A36}" presName="iconBgRect" presStyleLbl="bgShp" presStyleIdx="1" presStyleCnt="4"/>
      <dgm:spPr/>
    </dgm:pt>
    <dgm:pt modelId="{C4996059-571A-4EAE-8A67-5AE054638753}" type="pres">
      <dgm:prSet presAssocID="{065D1D3C-A196-4E79-A0F3-04BC76DF7A3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E4B79237-7BF8-4F2C-8332-FAACE3CD759E}" type="pres">
      <dgm:prSet presAssocID="{065D1D3C-A196-4E79-A0F3-04BC76DF7A36}" presName="spaceRect" presStyleCnt="0"/>
      <dgm:spPr/>
    </dgm:pt>
    <dgm:pt modelId="{C8C5D492-799B-40D1-9C69-5DBD8E04C98E}" type="pres">
      <dgm:prSet presAssocID="{065D1D3C-A196-4E79-A0F3-04BC76DF7A36}" presName="textRect" presStyleLbl="revTx" presStyleIdx="1" presStyleCnt="4">
        <dgm:presLayoutVars>
          <dgm:chMax val="1"/>
          <dgm:chPref val="1"/>
        </dgm:presLayoutVars>
      </dgm:prSet>
      <dgm:spPr/>
    </dgm:pt>
    <dgm:pt modelId="{DDBC4466-D577-4F54-AB17-30BEC0E33A04}" type="pres">
      <dgm:prSet presAssocID="{2C9DA507-8570-409E-9894-F6F925427351}" presName="sibTrans" presStyleCnt="0"/>
      <dgm:spPr/>
    </dgm:pt>
    <dgm:pt modelId="{0B651C7C-1505-4CF5-8289-0DB5DDB344CF}" type="pres">
      <dgm:prSet presAssocID="{2C8B9E85-DDD6-4A94-B73D-7DFF76641DF0}" presName="compNode" presStyleCnt="0"/>
      <dgm:spPr/>
    </dgm:pt>
    <dgm:pt modelId="{CE36F286-F30B-4D72-907D-8C8EF578E811}" type="pres">
      <dgm:prSet presAssocID="{2C8B9E85-DDD6-4A94-B73D-7DFF76641DF0}" presName="iconBgRect" presStyleLbl="bgShp" presStyleIdx="2" presStyleCnt="4"/>
      <dgm:spPr/>
    </dgm:pt>
    <dgm:pt modelId="{EFBE4191-8476-4793-AFD1-95D14EC01F79}" type="pres">
      <dgm:prSet presAssocID="{2C8B9E85-DDD6-4A94-B73D-7DFF76641DF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 tree"/>
        </a:ext>
      </dgm:extLst>
    </dgm:pt>
    <dgm:pt modelId="{D7DF3C71-527D-41A4-ABBF-700799C855E4}" type="pres">
      <dgm:prSet presAssocID="{2C8B9E85-DDD6-4A94-B73D-7DFF76641DF0}" presName="spaceRect" presStyleCnt="0"/>
      <dgm:spPr/>
    </dgm:pt>
    <dgm:pt modelId="{A0C67706-8352-4615-A7A7-7165F54D545A}" type="pres">
      <dgm:prSet presAssocID="{2C8B9E85-DDD6-4A94-B73D-7DFF76641DF0}" presName="textRect" presStyleLbl="revTx" presStyleIdx="2" presStyleCnt="4">
        <dgm:presLayoutVars>
          <dgm:chMax val="1"/>
          <dgm:chPref val="1"/>
        </dgm:presLayoutVars>
      </dgm:prSet>
      <dgm:spPr/>
    </dgm:pt>
    <dgm:pt modelId="{CEEAA114-DC96-4B02-9FD0-7FCB4740D8F1}" type="pres">
      <dgm:prSet presAssocID="{FC8BD8C3-67BD-4B6E-ABAE-540136A30A6E}" presName="sibTrans" presStyleCnt="0"/>
      <dgm:spPr/>
    </dgm:pt>
    <dgm:pt modelId="{283B295B-3F65-498B-A7C5-94E54DA096C7}" type="pres">
      <dgm:prSet presAssocID="{1DD9B7EE-0EA4-48F5-82E1-40DB8501BCC8}" presName="compNode" presStyleCnt="0"/>
      <dgm:spPr/>
    </dgm:pt>
    <dgm:pt modelId="{C648A70D-9591-446B-B318-A35848AEF8B1}" type="pres">
      <dgm:prSet presAssocID="{1DD9B7EE-0EA4-48F5-82E1-40DB8501BCC8}" presName="iconBgRect" presStyleLbl="bgShp" presStyleIdx="3" presStyleCnt="4"/>
      <dgm:spPr/>
    </dgm:pt>
    <dgm:pt modelId="{6FFC4560-BEF2-490F-BCF7-FF333AF382D3}" type="pres">
      <dgm:prSet presAssocID="{1DD9B7EE-0EA4-48F5-82E1-40DB8501BCC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ium"/>
        </a:ext>
      </dgm:extLst>
    </dgm:pt>
    <dgm:pt modelId="{26211727-51D2-4C6B-B58A-28865DB31611}" type="pres">
      <dgm:prSet presAssocID="{1DD9B7EE-0EA4-48F5-82E1-40DB8501BCC8}" presName="spaceRect" presStyleCnt="0"/>
      <dgm:spPr/>
    </dgm:pt>
    <dgm:pt modelId="{4AA40567-3A4E-42CC-B38A-092911865F5F}" type="pres">
      <dgm:prSet presAssocID="{1DD9B7EE-0EA4-48F5-82E1-40DB8501BCC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966E82A-B24F-4DCC-87F4-9745546C43BD}" type="presOf" srcId="{2C8B9E85-DDD6-4A94-B73D-7DFF76641DF0}" destId="{A0C67706-8352-4615-A7A7-7165F54D545A}" srcOrd="0" destOrd="0" presId="urn:microsoft.com/office/officeart/2018/5/layout/IconCircleLabelList"/>
    <dgm:cxn modelId="{E6DC2558-D42B-419C-8089-636F8920C623}" srcId="{DC31E6DF-EDE5-44A9-BF3D-22C7657BE549}" destId="{065D1D3C-A196-4E79-A0F3-04BC76DF7A36}" srcOrd="1" destOrd="0" parTransId="{1E62343E-CCD5-4037-8E5B-E4490153CC4F}" sibTransId="{2C9DA507-8570-409E-9894-F6F925427351}"/>
    <dgm:cxn modelId="{37AAE291-8508-4CCB-8828-5EEE1A8B18F4}" srcId="{DC31E6DF-EDE5-44A9-BF3D-22C7657BE549}" destId="{2C8B9E85-DDD6-4A94-B73D-7DFF76641DF0}" srcOrd="2" destOrd="0" parTransId="{CA129DDF-3E94-46FB-95B4-6D1536107CDD}" sibTransId="{FC8BD8C3-67BD-4B6E-ABAE-540136A30A6E}"/>
    <dgm:cxn modelId="{07EA32A4-0E38-4195-BB4E-55B9A9703E93}" type="presOf" srcId="{DC31E6DF-EDE5-44A9-BF3D-22C7657BE549}" destId="{F2A9A3CE-ADC3-4FC7-9AEC-5198C7B133CE}" srcOrd="0" destOrd="0" presId="urn:microsoft.com/office/officeart/2018/5/layout/IconCircleLabelList"/>
    <dgm:cxn modelId="{715240BA-A699-4E34-BBED-0421030EE82F}" type="presOf" srcId="{065D1D3C-A196-4E79-A0F3-04BC76DF7A36}" destId="{C8C5D492-799B-40D1-9C69-5DBD8E04C98E}" srcOrd="0" destOrd="0" presId="urn:microsoft.com/office/officeart/2018/5/layout/IconCircleLabelList"/>
    <dgm:cxn modelId="{1E408CCE-B175-4759-AAEE-3EB2055DC25E}" srcId="{DC31E6DF-EDE5-44A9-BF3D-22C7657BE549}" destId="{1A611A12-C5C4-421D-8993-A4BEF3C2F4F6}" srcOrd="0" destOrd="0" parTransId="{3EBB13C1-51CF-4B1A-A5C6-3C822E47FAF7}" sibTransId="{D695DFBA-774C-424B-8D10-457BCF99A607}"/>
    <dgm:cxn modelId="{3EB6A6EB-9C03-4A75-B0FD-9D9DC7EE9D76}" type="presOf" srcId="{1A611A12-C5C4-421D-8993-A4BEF3C2F4F6}" destId="{098617D2-12D8-463F-B580-DC2948C7B044}" srcOrd="0" destOrd="0" presId="urn:microsoft.com/office/officeart/2018/5/layout/IconCircleLabelList"/>
    <dgm:cxn modelId="{EDB7CCEF-B9B8-4B3B-A5B4-1B6BEF42C47C}" type="presOf" srcId="{1DD9B7EE-0EA4-48F5-82E1-40DB8501BCC8}" destId="{4AA40567-3A4E-42CC-B38A-092911865F5F}" srcOrd="0" destOrd="0" presId="urn:microsoft.com/office/officeart/2018/5/layout/IconCircleLabelList"/>
    <dgm:cxn modelId="{E2888FF9-72F1-430F-8F3B-FE3D2AAF1E56}" srcId="{DC31E6DF-EDE5-44A9-BF3D-22C7657BE549}" destId="{1DD9B7EE-0EA4-48F5-82E1-40DB8501BCC8}" srcOrd="3" destOrd="0" parTransId="{CD4A78B2-01EB-4261-816E-A27A9C56858D}" sibTransId="{1C0C0152-0735-4013-ADFD-045BF1868FB5}"/>
    <dgm:cxn modelId="{E5EE0934-4E7F-4ADB-8AE2-624E5EFF3409}" type="presParOf" srcId="{F2A9A3CE-ADC3-4FC7-9AEC-5198C7B133CE}" destId="{B99F187F-D12E-45AD-9D0F-9768584FAFBF}" srcOrd="0" destOrd="0" presId="urn:microsoft.com/office/officeart/2018/5/layout/IconCircleLabelList"/>
    <dgm:cxn modelId="{E8798614-3484-4D11-A9E2-7C27C2C0EED9}" type="presParOf" srcId="{B99F187F-D12E-45AD-9D0F-9768584FAFBF}" destId="{70D50EE8-EFCF-491D-BB9F-C2F95B82FCAA}" srcOrd="0" destOrd="0" presId="urn:microsoft.com/office/officeart/2018/5/layout/IconCircleLabelList"/>
    <dgm:cxn modelId="{D6516CED-9314-48D7-9B2B-D4D7FDB35676}" type="presParOf" srcId="{B99F187F-D12E-45AD-9D0F-9768584FAFBF}" destId="{F4626357-DAA5-4F33-B730-AC61E1BC002B}" srcOrd="1" destOrd="0" presId="urn:microsoft.com/office/officeart/2018/5/layout/IconCircleLabelList"/>
    <dgm:cxn modelId="{FD49BD04-3D24-4D29-B22D-1CD7AF48B7AC}" type="presParOf" srcId="{B99F187F-D12E-45AD-9D0F-9768584FAFBF}" destId="{27D5F34E-3449-4347-AA31-3A77B12BCB80}" srcOrd="2" destOrd="0" presId="urn:microsoft.com/office/officeart/2018/5/layout/IconCircleLabelList"/>
    <dgm:cxn modelId="{EF917919-7241-4218-9FC3-FA3550429814}" type="presParOf" srcId="{B99F187F-D12E-45AD-9D0F-9768584FAFBF}" destId="{098617D2-12D8-463F-B580-DC2948C7B044}" srcOrd="3" destOrd="0" presId="urn:microsoft.com/office/officeart/2018/5/layout/IconCircleLabelList"/>
    <dgm:cxn modelId="{3C0B7BFD-0959-4AB8-924B-438E56CB3002}" type="presParOf" srcId="{F2A9A3CE-ADC3-4FC7-9AEC-5198C7B133CE}" destId="{890429EC-6FDF-48BD-8851-381F45A83DE3}" srcOrd="1" destOrd="0" presId="urn:microsoft.com/office/officeart/2018/5/layout/IconCircleLabelList"/>
    <dgm:cxn modelId="{03517C95-6C70-4CD2-9B03-536CEF8F6E56}" type="presParOf" srcId="{F2A9A3CE-ADC3-4FC7-9AEC-5198C7B133CE}" destId="{A387A1EE-5B0C-47E2-A9E5-19E326D020E8}" srcOrd="2" destOrd="0" presId="urn:microsoft.com/office/officeart/2018/5/layout/IconCircleLabelList"/>
    <dgm:cxn modelId="{58FECEA5-3AEB-4564-B66D-B252A6ECF090}" type="presParOf" srcId="{A387A1EE-5B0C-47E2-A9E5-19E326D020E8}" destId="{12B76BBD-8219-43EF-BD2E-D936FDD35003}" srcOrd="0" destOrd="0" presId="urn:microsoft.com/office/officeart/2018/5/layout/IconCircleLabelList"/>
    <dgm:cxn modelId="{3CF19A64-3280-4CA2-BA4A-BB9C9CCDA465}" type="presParOf" srcId="{A387A1EE-5B0C-47E2-A9E5-19E326D020E8}" destId="{C4996059-571A-4EAE-8A67-5AE054638753}" srcOrd="1" destOrd="0" presId="urn:microsoft.com/office/officeart/2018/5/layout/IconCircleLabelList"/>
    <dgm:cxn modelId="{26CFC28A-E174-4505-9EC6-94D60826F11D}" type="presParOf" srcId="{A387A1EE-5B0C-47E2-A9E5-19E326D020E8}" destId="{E4B79237-7BF8-4F2C-8332-FAACE3CD759E}" srcOrd="2" destOrd="0" presId="urn:microsoft.com/office/officeart/2018/5/layout/IconCircleLabelList"/>
    <dgm:cxn modelId="{7606A8FD-3E0D-4673-B6DA-1E704CB27A2B}" type="presParOf" srcId="{A387A1EE-5B0C-47E2-A9E5-19E326D020E8}" destId="{C8C5D492-799B-40D1-9C69-5DBD8E04C98E}" srcOrd="3" destOrd="0" presId="urn:microsoft.com/office/officeart/2018/5/layout/IconCircleLabelList"/>
    <dgm:cxn modelId="{CC26ED64-4F1A-4275-A1D4-29EEAE4610F6}" type="presParOf" srcId="{F2A9A3CE-ADC3-4FC7-9AEC-5198C7B133CE}" destId="{DDBC4466-D577-4F54-AB17-30BEC0E33A04}" srcOrd="3" destOrd="0" presId="urn:microsoft.com/office/officeart/2018/5/layout/IconCircleLabelList"/>
    <dgm:cxn modelId="{EBC424A3-8090-46EE-BA82-110AFE96F2CC}" type="presParOf" srcId="{F2A9A3CE-ADC3-4FC7-9AEC-5198C7B133CE}" destId="{0B651C7C-1505-4CF5-8289-0DB5DDB344CF}" srcOrd="4" destOrd="0" presId="urn:microsoft.com/office/officeart/2018/5/layout/IconCircleLabelList"/>
    <dgm:cxn modelId="{C98AB147-A58F-4218-BB24-7EF38051A175}" type="presParOf" srcId="{0B651C7C-1505-4CF5-8289-0DB5DDB344CF}" destId="{CE36F286-F30B-4D72-907D-8C8EF578E811}" srcOrd="0" destOrd="0" presId="urn:microsoft.com/office/officeart/2018/5/layout/IconCircleLabelList"/>
    <dgm:cxn modelId="{A712EAA0-91C4-46C0-85E2-BD662136FBB4}" type="presParOf" srcId="{0B651C7C-1505-4CF5-8289-0DB5DDB344CF}" destId="{EFBE4191-8476-4793-AFD1-95D14EC01F79}" srcOrd="1" destOrd="0" presId="urn:microsoft.com/office/officeart/2018/5/layout/IconCircleLabelList"/>
    <dgm:cxn modelId="{6E8D08A6-5D3A-457A-B77C-7171AB69C347}" type="presParOf" srcId="{0B651C7C-1505-4CF5-8289-0DB5DDB344CF}" destId="{D7DF3C71-527D-41A4-ABBF-700799C855E4}" srcOrd="2" destOrd="0" presId="urn:microsoft.com/office/officeart/2018/5/layout/IconCircleLabelList"/>
    <dgm:cxn modelId="{EC04B573-ECE9-40DB-8D47-A8018ECD8807}" type="presParOf" srcId="{0B651C7C-1505-4CF5-8289-0DB5DDB344CF}" destId="{A0C67706-8352-4615-A7A7-7165F54D545A}" srcOrd="3" destOrd="0" presId="urn:microsoft.com/office/officeart/2018/5/layout/IconCircleLabelList"/>
    <dgm:cxn modelId="{772E87D2-B416-4A2D-A584-BD1590127B9C}" type="presParOf" srcId="{F2A9A3CE-ADC3-4FC7-9AEC-5198C7B133CE}" destId="{CEEAA114-DC96-4B02-9FD0-7FCB4740D8F1}" srcOrd="5" destOrd="0" presId="urn:microsoft.com/office/officeart/2018/5/layout/IconCircleLabelList"/>
    <dgm:cxn modelId="{2CED15B4-F836-4843-AC5C-5B719791E38E}" type="presParOf" srcId="{F2A9A3CE-ADC3-4FC7-9AEC-5198C7B133CE}" destId="{283B295B-3F65-498B-A7C5-94E54DA096C7}" srcOrd="6" destOrd="0" presId="urn:microsoft.com/office/officeart/2018/5/layout/IconCircleLabelList"/>
    <dgm:cxn modelId="{8DA8AEB3-15C0-42AF-BC8A-705E989E5C2B}" type="presParOf" srcId="{283B295B-3F65-498B-A7C5-94E54DA096C7}" destId="{C648A70D-9591-446B-B318-A35848AEF8B1}" srcOrd="0" destOrd="0" presId="urn:microsoft.com/office/officeart/2018/5/layout/IconCircleLabelList"/>
    <dgm:cxn modelId="{D2607C0F-0C0D-4369-B0B3-3492B2C9D2D8}" type="presParOf" srcId="{283B295B-3F65-498B-A7C5-94E54DA096C7}" destId="{6FFC4560-BEF2-490F-BCF7-FF333AF382D3}" srcOrd="1" destOrd="0" presId="urn:microsoft.com/office/officeart/2018/5/layout/IconCircleLabelList"/>
    <dgm:cxn modelId="{20744223-3A7E-4FD8-A5D6-1E4C6BC81188}" type="presParOf" srcId="{283B295B-3F65-498B-A7C5-94E54DA096C7}" destId="{26211727-51D2-4C6B-B58A-28865DB31611}" srcOrd="2" destOrd="0" presId="urn:microsoft.com/office/officeart/2018/5/layout/IconCircleLabelList"/>
    <dgm:cxn modelId="{623099C9-AD2D-407A-A801-88225629C432}" type="presParOf" srcId="{283B295B-3F65-498B-A7C5-94E54DA096C7}" destId="{4AA40567-3A4E-42CC-B38A-092911865F5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7D75601-2264-4FB5-B2D1-65DC2022BA1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0A65776-EBA2-4C89-8B98-98F89DCD5E66}">
      <dgm:prSet/>
      <dgm:spPr/>
      <dgm:t>
        <a:bodyPr/>
        <a:lstStyle/>
        <a:p>
          <a:r>
            <a:rPr lang="en-US"/>
            <a:t>• RAM – Very High Impact</a:t>
          </a:r>
        </a:p>
      </dgm:t>
    </dgm:pt>
    <dgm:pt modelId="{9E13EE0F-8448-45E2-88A8-DC95B0A07C17}" type="parTrans" cxnId="{C21D2C40-8993-48A3-BDD5-BD985622873C}">
      <dgm:prSet/>
      <dgm:spPr/>
      <dgm:t>
        <a:bodyPr/>
        <a:lstStyle/>
        <a:p>
          <a:endParaRPr lang="en-US"/>
        </a:p>
      </dgm:t>
    </dgm:pt>
    <dgm:pt modelId="{D8348E9E-6B2A-4A1A-84E0-A58BE8A8651E}" type="sibTrans" cxnId="{C21D2C40-8993-48A3-BDD5-BD985622873C}">
      <dgm:prSet/>
      <dgm:spPr/>
      <dgm:t>
        <a:bodyPr/>
        <a:lstStyle/>
        <a:p>
          <a:endParaRPr lang="en-US"/>
        </a:p>
      </dgm:t>
    </dgm:pt>
    <dgm:pt modelId="{45D30354-C999-4FDF-949D-579787D3A035}">
      <dgm:prSet/>
      <dgm:spPr/>
      <dgm:t>
        <a:bodyPr/>
        <a:lstStyle/>
        <a:p>
          <a:r>
            <a:rPr lang="en-US"/>
            <a:t>• Internal Memory – High Impact</a:t>
          </a:r>
        </a:p>
      </dgm:t>
    </dgm:pt>
    <dgm:pt modelId="{1A2EC38E-EBF2-4912-9AC9-DB49FF6ED1A7}" type="parTrans" cxnId="{C53C9BDD-E9E7-4336-9F5C-3FBB10EBA3F9}">
      <dgm:prSet/>
      <dgm:spPr/>
      <dgm:t>
        <a:bodyPr/>
        <a:lstStyle/>
        <a:p>
          <a:endParaRPr lang="en-US"/>
        </a:p>
      </dgm:t>
    </dgm:pt>
    <dgm:pt modelId="{32DBA11D-0C85-45D2-927B-326C7496A657}" type="sibTrans" cxnId="{C53C9BDD-E9E7-4336-9F5C-3FBB10EBA3F9}">
      <dgm:prSet/>
      <dgm:spPr/>
      <dgm:t>
        <a:bodyPr/>
        <a:lstStyle/>
        <a:p>
          <a:endParaRPr lang="en-US"/>
        </a:p>
      </dgm:t>
    </dgm:pt>
    <dgm:pt modelId="{763F8E93-EBBF-44DA-8877-02B82983EE4A}">
      <dgm:prSet/>
      <dgm:spPr/>
      <dgm:t>
        <a:bodyPr/>
        <a:lstStyle/>
        <a:p>
          <a:r>
            <a:rPr lang="en-US"/>
            <a:t>• Processor – High Impact</a:t>
          </a:r>
        </a:p>
      </dgm:t>
    </dgm:pt>
    <dgm:pt modelId="{E562C7EC-581F-470F-8F74-C2F142D4CC5A}" type="parTrans" cxnId="{F4CEF08B-60FF-43F1-B899-F2F2073BB254}">
      <dgm:prSet/>
      <dgm:spPr/>
      <dgm:t>
        <a:bodyPr/>
        <a:lstStyle/>
        <a:p>
          <a:endParaRPr lang="en-US"/>
        </a:p>
      </dgm:t>
    </dgm:pt>
    <dgm:pt modelId="{64148199-B45B-490F-B63D-98F015E58EEB}" type="sibTrans" cxnId="{F4CEF08B-60FF-43F1-B899-F2F2073BB254}">
      <dgm:prSet/>
      <dgm:spPr/>
      <dgm:t>
        <a:bodyPr/>
        <a:lstStyle/>
        <a:p>
          <a:endParaRPr lang="en-US"/>
        </a:p>
      </dgm:t>
    </dgm:pt>
    <dgm:pt modelId="{1403F640-BA66-4080-AD5B-52EFABC18B26}">
      <dgm:prSet/>
      <dgm:spPr/>
      <dgm:t>
        <a:bodyPr/>
        <a:lstStyle/>
        <a:p>
          <a:r>
            <a:rPr lang="en-US"/>
            <a:t>• Rear Camera – Medium to High Impact</a:t>
          </a:r>
        </a:p>
      </dgm:t>
    </dgm:pt>
    <dgm:pt modelId="{BACE3E95-9D96-4E9F-B8B9-594D71629D64}" type="parTrans" cxnId="{7BAF0237-9BA0-41E0-B062-FF73937DECCA}">
      <dgm:prSet/>
      <dgm:spPr/>
      <dgm:t>
        <a:bodyPr/>
        <a:lstStyle/>
        <a:p>
          <a:endParaRPr lang="en-US"/>
        </a:p>
      </dgm:t>
    </dgm:pt>
    <dgm:pt modelId="{FD220278-B9FC-42E0-B2B2-183FA18BACDD}" type="sibTrans" cxnId="{7BAF0237-9BA0-41E0-B062-FF73937DECCA}">
      <dgm:prSet/>
      <dgm:spPr/>
      <dgm:t>
        <a:bodyPr/>
        <a:lstStyle/>
        <a:p>
          <a:endParaRPr lang="en-US"/>
        </a:p>
      </dgm:t>
    </dgm:pt>
    <dgm:pt modelId="{06D75F49-0661-4307-B3B4-1A761CC9294A}">
      <dgm:prSet/>
      <dgm:spPr/>
      <dgm:t>
        <a:bodyPr/>
        <a:lstStyle/>
        <a:p>
          <a:r>
            <a:rPr lang="en-US"/>
            <a:t>• Battery Capacity – Medium Impact</a:t>
          </a:r>
        </a:p>
      </dgm:t>
    </dgm:pt>
    <dgm:pt modelId="{7305E958-F44A-442C-9A20-5DF463097986}" type="parTrans" cxnId="{2A697C6C-D1A1-4804-8495-2A8C029C979C}">
      <dgm:prSet/>
      <dgm:spPr/>
      <dgm:t>
        <a:bodyPr/>
        <a:lstStyle/>
        <a:p>
          <a:endParaRPr lang="en-US"/>
        </a:p>
      </dgm:t>
    </dgm:pt>
    <dgm:pt modelId="{C9B09D2C-E32D-4054-BCD5-9CD7E49E2A3E}" type="sibTrans" cxnId="{2A697C6C-D1A1-4804-8495-2A8C029C979C}">
      <dgm:prSet/>
      <dgm:spPr/>
      <dgm:t>
        <a:bodyPr/>
        <a:lstStyle/>
        <a:p>
          <a:endParaRPr lang="en-US"/>
        </a:p>
      </dgm:t>
    </dgm:pt>
    <dgm:pt modelId="{D6431A22-0A13-49A9-AD33-943D5C8353FA}">
      <dgm:prSet/>
      <dgm:spPr/>
      <dgm:t>
        <a:bodyPr/>
        <a:lstStyle/>
        <a:p>
          <a:r>
            <a:rPr lang="en-US"/>
            <a:t>• Colour – Low Impact</a:t>
          </a:r>
        </a:p>
      </dgm:t>
    </dgm:pt>
    <dgm:pt modelId="{E4889738-F5F3-4ADB-B9BC-1875C48C2D1E}" type="parTrans" cxnId="{0D70A65E-1DBF-47DA-870D-4BF11FA5BD75}">
      <dgm:prSet/>
      <dgm:spPr/>
      <dgm:t>
        <a:bodyPr/>
        <a:lstStyle/>
        <a:p>
          <a:endParaRPr lang="en-US"/>
        </a:p>
      </dgm:t>
    </dgm:pt>
    <dgm:pt modelId="{B8B59BD3-0567-4FBE-A97F-53D530A80A07}" type="sibTrans" cxnId="{0D70A65E-1DBF-47DA-870D-4BF11FA5BD75}">
      <dgm:prSet/>
      <dgm:spPr/>
      <dgm:t>
        <a:bodyPr/>
        <a:lstStyle/>
        <a:p>
          <a:endParaRPr lang="en-US"/>
        </a:p>
      </dgm:t>
    </dgm:pt>
    <dgm:pt modelId="{DE3EA828-8A1A-4F73-8244-12E5B9BFA4C4}" type="pres">
      <dgm:prSet presAssocID="{97D75601-2264-4FB5-B2D1-65DC2022BA14}" presName="vert0" presStyleCnt="0">
        <dgm:presLayoutVars>
          <dgm:dir/>
          <dgm:animOne val="branch"/>
          <dgm:animLvl val="lvl"/>
        </dgm:presLayoutVars>
      </dgm:prSet>
      <dgm:spPr/>
    </dgm:pt>
    <dgm:pt modelId="{EE512325-4D2F-4DFE-A1DD-9FA300F8DA0B}" type="pres">
      <dgm:prSet presAssocID="{E0A65776-EBA2-4C89-8B98-98F89DCD5E66}" presName="thickLine" presStyleLbl="alignNode1" presStyleIdx="0" presStyleCnt="6"/>
      <dgm:spPr/>
    </dgm:pt>
    <dgm:pt modelId="{3B6C5573-3B78-46F2-93A1-9E4327451FDA}" type="pres">
      <dgm:prSet presAssocID="{E0A65776-EBA2-4C89-8B98-98F89DCD5E66}" presName="horz1" presStyleCnt="0"/>
      <dgm:spPr/>
    </dgm:pt>
    <dgm:pt modelId="{39C05CF9-40BD-4154-AB12-C2BA1CACBA63}" type="pres">
      <dgm:prSet presAssocID="{E0A65776-EBA2-4C89-8B98-98F89DCD5E66}" presName="tx1" presStyleLbl="revTx" presStyleIdx="0" presStyleCnt="6"/>
      <dgm:spPr/>
    </dgm:pt>
    <dgm:pt modelId="{8DD03874-D61D-4BF6-BF74-111DC4C27005}" type="pres">
      <dgm:prSet presAssocID="{E0A65776-EBA2-4C89-8B98-98F89DCD5E66}" presName="vert1" presStyleCnt="0"/>
      <dgm:spPr/>
    </dgm:pt>
    <dgm:pt modelId="{4913FDE5-9AB6-4605-8DE3-149AD968D487}" type="pres">
      <dgm:prSet presAssocID="{45D30354-C999-4FDF-949D-579787D3A035}" presName="thickLine" presStyleLbl="alignNode1" presStyleIdx="1" presStyleCnt="6"/>
      <dgm:spPr/>
    </dgm:pt>
    <dgm:pt modelId="{3ED1E021-6EA8-4C9A-A395-2A6F016982AF}" type="pres">
      <dgm:prSet presAssocID="{45D30354-C999-4FDF-949D-579787D3A035}" presName="horz1" presStyleCnt="0"/>
      <dgm:spPr/>
    </dgm:pt>
    <dgm:pt modelId="{6CDA1378-4C93-4E09-A827-98D9795F7ED5}" type="pres">
      <dgm:prSet presAssocID="{45D30354-C999-4FDF-949D-579787D3A035}" presName="tx1" presStyleLbl="revTx" presStyleIdx="1" presStyleCnt="6"/>
      <dgm:spPr/>
    </dgm:pt>
    <dgm:pt modelId="{26C606C0-011E-483B-8A13-C08B2F14B354}" type="pres">
      <dgm:prSet presAssocID="{45D30354-C999-4FDF-949D-579787D3A035}" presName="vert1" presStyleCnt="0"/>
      <dgm:spPr/>
    </dgm:pt>
    <dgm:pt modelId="{D2CE86D9-58B0-44C4-9BED-91E61015C8F9}" type="pres">
      <dgm:prSet presAssocID="{763F8E93-EBBF-44DA-8877-02B82983EE4A}" presName="thickLine" presStyleLbl="alignNode1" presStyleIdx="2" presStyleCnt="6"/>
      <dgm:spPr/>
    </dgm:pt>
    <dgm:pt modelId="{0E16D45A-F97B-4C42-8F42-C83A70D44406}" type="pres">
      <dgm:prSet presAssocID="{763F8E93-EBBF-44DA-8877-02B82983EE4A}" presName="horz1" presStyleCnt="0"/>
      <dgm:spPr/>
    </dgm:pt>
    <dgm:pt modelId="{C6423B74-C0EE-4390-A606-86CF7C77F5E0}" type="pres">
      <dgm:prSet presAssocID="{763F8E93-EBBF-44DA-8877-02B82983EE4A}" presName="tx1" presStyleLbl="revTx" presStyleIdx="2" presStyleCnt="6"/>
      <dgm:spPr/>
    </dgm:pt>
    <dgm:pt modelId="{C22F0511-15F8-47EE-A259-EFB5E226218D}" type="pres">
      <dgm:prSet presAssocID="{763F8E93-EBBF-44DA-8877-02B82983EE4A}" presName="vert1" presStyleCnt="0"/>
      <dgm:spPr/>
    </dgm:pt>
    <dgm:pt modelId="{C4DC1684-2247-4313-B5DA-02B56AD6EBA3}" type="pres">
      <dgm:prSet presAssocID="{1403F640-BA66-4080-AD5B-52EFABC18B26}" presName="thickLine" presStyleLbl="alignNode1" presStyleIdx="3" presStyleCnt="6"/>
      <dgm:spPr/>
    </dgm:pt>
    <dgm:pt modelId="{E75FAF83-1F1B-48F3-8D4F-210A33AEA88C}" type="pres">
      <dgm:prSet presAssocID="{1403F640-BA66-4080-AD5B-52EFABC18B26}" presName="horz1" presStyleCnt="0"/>
      <dgm:spPr/>
    </dgm:pt>
    <dgm:pt modelId="{E613DABF-B601-48A6-AA70-46FDD6369545}" type="pres">
      <dgm:prSet presAssocID="{1403F640-BA66-4080-AD5B-52EFABC18B26}" presName="tx1" presStyleLbl="revTx" presStyleIdx="3" presStyleCnt="6"/>
      <dgm:spPr/>
    </dgm:pt>
    <dgm:pt modelId="{93A57D9F-1F2F-409F-BEF7-0CCEE16B01F4}" type="pres">
      <dgm:prSet presAssocID="{1403F640-BA66-4080-AD5B-52EFABC18B26}" presName="vert1" presStyleCnt="0"/>
      <dgm:spPr/>
    </dgm:pt>
    <dgm:pt modelId="{59682BBA-CC69-4240-A2EF-1FEC67660392}" type="pres">
      <dgm:prSet presAssocID="{06D75F49-0661-4307-B3B4-1A761CC9294A}" presName="thickLine" presStyleLbl="alignNode1" presStyleIdx="4" presStyleCnt="6"/>
      <dgm:spPr/>
    </dgm:pt>
    <dgm:pt modelId="{03540CF7-7DF8-4668-A9D8-72ECF2BA9A6E}" type="pres">
      <dgm:prSet presAssocID="{06D75F49-0661-4307-B3B4-1A761CC9294A}" presName="horz1" presStyleCnt="0"/>
      <dgm:spPr/>
    </dgm:pt>
    <dgm:pt modelId="{34B66B0F-246C-4D6A-BC3A-5C8572054A59}" type="pres">
      <dgm:prSet presAssocID="{06D75F49-0661-4307-B3B4-1A761CC9294A}" presName="tx1" presStyleLbl="revTx" presStyleIdx="4" presStyleCnt="6"/>
      <dgm:spPr/>
    </dgm:pt>
    <dgm:pt modelId="{379832C0-F2C4-4709-818B-66ED1A6E7BB9}" type="pres">
      <dgm:prSet presAssocID="{06D75F49-0661-4307-B3B4-1A761CC9294A}" presName="vert1" presStyleCnt="0"/>
      <dgm:spPr/>
    </dgm:pt>
    <dgm:pt modelId="{11B5E7B4-A044-4FC9-8E24-D7594B4015A7}" type="pres">
      <dgm:prSet presAssocID="{D6431A22-0A13-49A9-AD33-943D5C8353FA}" presName="thickLine" presStyleLbl="alignNode1" presStyleIdx="5" presStyleCnt="6"/>
      <dgm:spPr/>
    </dgm:pt>
    <dgm:pt modelId="{DAB8D883-4E7C-4840-8A1B-8510AF698800}" type="pres">
      <dgm:prSet presAssocID="{D6431A22-0A13-49A9-AD33-943D5C8353FA}" presName="horz1" presStyleCnt="0"/>
      <dgm:spPr/>
    </dgm:pt>
    <dgm:pt modelId="{D1D54FCA-673D-4AEA-B244-AA1C8207724B}" type="pres">
      <dgm:prSet presAssocID="{D6431A22-0A13-49A9-AD33-943D5C8353FA}" presName="tx1" presStyleLbl="revTx" presStyleIdx="5" presStyleCnt="6"/>
      <dgm:spPr/>
    </dgm:pt>
    <dgm:pt modelId="{4D039BBD-86FA-4794-99F4-718B138E4CD9}" type="pres">
      <dgm:prSet presAssocID="{D6431A22-0A13-49A9-AD33-943D5C8353FA}" presName="vert1" presStyleCnt="0"/>
      <dgm:spPr/>
    </dgm:pt>
  </dgm:ptLst>
  <dgm:cxnLst>
    <dgm:cxn modelId="{7BAF0237-9BA0-41E0-B062-FF73937DECCA}" srcId="{97D75601-2264-4FB5-B2D1-65DC2022BA14}" destId="{1403F640-BA66-4080-AD5B-52EFABC18B26}" srcOrd="3" destOrd="0" parTransId="{BACE3E95-9D96-4E9F-B8B9-594D71629D64}" sibTransId="{FD220278-B9FC-42E0-B2B2-183FA18BACDD}"/>
    <dgm:cxn modelId="{F4A10940-02D2-4004-A59F-927E4E746ACD}" type="presOf" srcId="{45D30354-C999-4FDF-949D-579787D3A035}" destId="{6CDA1378-4C93-4E09-A827-98D9795F7ED5}" srcOrd="0" destOrd="0" presId="urn:microsoft.com/office/officeart/2008/layout/LinedList"/>
    <dgm:cxn modelId="{C21D2C40-8993-48A3-BDD5-BD985622873C}" srcId="{97D75601-2264-4FB5-B2D1-65DC2022BA14}" destId="{E0A65776-EBA2-4C89-8B98-98F89DCD5E66}" srcOrd="0" destOrd="0" parTransId="{9E13EE0F-8448-45E2-88A8-DC95B0A07C17}" sibTransId="{D8348E9E-6B2A-4A1A-84E0-A58BE8A8651E}"/>
    <dgm:cxn modelId="{0D70A65E-1DBF-47DA-870D-4BF11FA5BD75}" srcId="{97D75601-2264-4FB5-B2D1-65DC2022BA14}" destId="{D6431A22-0A13-49A9-AD33-943D5C8353FA}" srcOrd="5" destOrd="0" parTransId="{E4889738-F5F3-4ADB-B9BC-1875C48C2D1E}" sibTransId="{B8B59BD3-0567-4FBE-A97F-53D530A80A07}"/>
    <dgm:cxn modelId="{BA259862-1DC9-49E8-8924-D35C0ECCDF77}" type="presOf" srcId="{06D75F49-0661-4307-B3B4-1A761CC9294A}" destId="{34B66B0F-246C-4D6A-BC3A-5C8572054A59}" srcOrd="0" destOrd="0" presId="urn:microsoft.com/office/officeart/2008/layout/LinedList"/>
    <dgm:cxn modelId="{2A697C6C-D1A1-4804-8495-2A8C029C979C}" srcId="{97D75601-2264-4FB5-B2D1-65DC2022BA14}" destId="{06D75F49-0661-4307-B3B4-1A761CC9294A}" srcOrd="4" destOrd="0" parTransId="{7305E958-F44A-442C-9A20-5DF463097986}" sibTransId="{C9B09D2C-E32D-4054-BCD5-9CD7E49E2A3E}"/>
    <dgm:cxn modelId="{850C8A77-6275-4EAD-AE44-4E268371735F}" type="presOf" srcId="{E0A65776-EBA2-4C89-8B98-98F89DCD5E66}" destId="{39C05CF9-40BD-4154-AB12-C2BA1CACBA63}" srcOrd="0" destOrd="0" presId="urn:microsoft.com/office/officeart/2008/layout/LinedList"/>
    <dgm:cxn modelId="{F4CEF08B-60FF-43F1-B899-F2F2073BB254}" srcId="{97D75601-2264-4FB5-B2D1-65DC2022BA14}" destId="{763F8E93-EBBF-44DA-8877-02B82983EE4A}" srcOrd="2" destOrd="0" parTransId="{E562C7EC-581F-470F-8F74-C2F142D4CC5A}" sibTransId="{64148199-B45B-490F-B63D-98F015E58EEB}"/>
    <dgm:cxn modelId="{A2208A95-C027-4DEF-AFC0-DFFF1C9FB637}" type="presOf" srcId="{D6431A22-0A13-49A9-AD33-943D5C8353FA}" destId="{D1D54FCA-673D-4AEA-B244-AA1C8207724B}" srcOrd="0" destOrd="0" presId="urn:microsoft.com/office/officeart/2008/layout/LinedList"/>
    <dgm:cxn modelId="{E7E026A9-2C1B-4C8D-8362-ED4608A438EB}" type="presOf" srcId="{763F8E93-EBBF-44DA-8877-02B82983EE4A}" destId="{C6423B74-C0EE-4390-A606-86CF7C77F5E0}" srcOrd="0" destOrd="0" presId="urn:microsoft.com/office/officeart/2008/layout/LinedList"/>
    <dgm:cxn modelId="{946D62AF-04C0-4CCB-B3C9-003DF33574CC}" type="presOf" srcId="{1403F640-BA66-4080-AD5B-52EFABC18B26}" destId="{E613DABF-B601-48A6-AA70-46FDD6369545}" srcOrd="0" destOrd="0" presId="urn:microsoft.com/office/officeart/2008/layout/LinedList"/>
    <dgm:cxn modelId="{A8A548DD-F16A-4BF6-84B7-84C56B39DF62}" type="presOf" srcId="{97D75601-2264-4FB5-B2D1-65DC2022BA14}" destId="{DE3EA828-8A1A-4F73-8244-12E5B9BFA4C4}" srcOrd="0" destOrd="0" presId="urn:microsoft.com/office/officeart/2008/layout/LinedList"/>
    <dgm:cxn modelId="{C53C9BDD-E9E7-4336-9F5C-3FBB10EBA3F9}" srcId="{97D75601-2264-4FB5-B2D1-65DC2022BA14}" destId="{45D30354-C999-4FDF-949D-579787D3A035}" srcOrd="1" destOrd="0" parTransId="{1A2EC38E-EBF2-4912-9AC9-DB49FF6ED1A7}" sibTransId="{32DBA11D-0C85-45D2-927B-326C7496A657}"/>
    <dgm:cxn modelId="{4949A402-7C1C-402D-96D7-B3894B563A05}" type="presParOf" srcId="{DE3EA828-8A1A-4F73-8244-12E5B9BFA4C4}" destId="{EE512325-4D2F-4DFE-A1DD-9FA300F8DA0B}" srcOrd="0" destOrd="0" presId="urn:microsoft.com/office/officeart/2008/layout/LinedList"/>
    <dgm:cxn modelId="{BF39497D-2594-497E-A1E7-26594E3E27AE}" type="presParOf" srcId="{DE3EA828-8A1A-4F73-8244-12E5B9BFA4C4}" destId="{3B6C5573-3B78-46F2-93A1-9E4327451FDA}" srcOrd="1" destOrd="0" presId="urn:microsoft.com/office/officeart/2008/layout/LinedList"/>
    <dgm:cxn modelId="{C3633192-7678-4877-B0F3-143CD30F2737}" type="presParOf" srcId="{3B6C5573-3B78-46F2-93A1-9E4327451FDA}" destId="{39C05CF9-40BD-4154-AB12-C2BA1CACBA63}" srcOrd="0" destOrd="0" presId="urn:microsoft.com/office/officeart/2008/layout/LinedList"/>
    <dgm:cxn modelId="{E2031C53-1BBF-46CC-AC33-170F9821E13B}" type="presParOf" srcId="{3B6C5573-3B78-46F2-93A1-9E4327451FDA}" destId="{8DD03874-D61D-4BF6-BF74-111DC4C27005}" srcOrd="1" destOrd="0" presId="urn:microsoft.com/office/officeart/2008/layout/LinedList"/>
    <dgm:cxn modelId="{F49A942B-685B-41AE-834A-4A24E8825822}" type="presParOf" srcId="{DE3EA828-8A1A-4F73-8244-12E5B9BFA4C4}" destId="{4913FDE5-9AB6-4605-8DE3-149AD968D487}" srcOrd="2" destOrd="0" presId="urn:microsoft.com/office/officeart/2008/layout/LinedList"/>
    <dgm:cxn modelId="{F15C4B8B-FCBD-4DA4-8DDF-D926EB311539}" type="presParOf" srcId="{DE3EA828-8A1A-4F73-8244-12E5B9BFA4C4}" destId="{3ED1E021-6EA8-4C9A-A395-2A6F016982AF}" srcOrd="3" destOrd="0" presId="urn:microsoft.com/office/officeart/2008/layout/LinedList"/>
    <dgm:cxn modelId="{534BBDD2-A932-45C4-8F71-1D5F2608F7AD}" type="presParOf" srcId="{3ED1E021-6EA8-4C9A-A395-2A6F016982AF}" destId="{6CDA1378-4C93-4E09-A827-98D9795F7ED5}" srcOrd="0" destOrd="0" presId="urn:microsoft.com/office/officeart/2008/layout/LinedList"/>
    <dgm:cxn modelId="{06ED72B3-24DC-44E9-96F0-002529B33D2C}" type="presParOf" srcId="{3ED1E021-6EA8-4C9A-A395-2A6F016982AF}" destId="{26C606C0-011E-483B-8A13-C08B2F14B354}" srcOrd="1" destOrd="0" presId="urn:microsoft.com/office/officeart/2008/layout/LinedList"/>
    <dgm:cxn modelId="{1487739B-0122-4312-A130-85289D9E7D09}" type="presParOf" srcId="{DE3EA828-8A1A-4F73-8244-12E5B9BFA4C4}" destId="{D2CE86D9-58B0-44C4-9BED-91E61015C8F9}" srcOrd="4" destOrd="0" presId="urn:microsoft.com/office/officeart/2008/layout/LinedList"/>
    <dgm:cxn modelId="{E0287FCB-CB55-4F92-B989-A2FED24B1638}" type="presParOf" srcId="{DE3EA828-8A1A-4F73-8244-12E5B9BFA4C4}" destId="{0E16D45A-F97B-4C42-8F42-C83A70D44406}" srcOrd="5" destOrd="0" presId="urn:microsoft.com/office/officeart/2008/layout/LinedList"/>
    <dgm:cxn modelId="{BA999EA8-DAC8-4C2C-987F-50F1A1CCE1FA}" type="presParOf" srcId="{0E16D45A-F97B-4C42-8F42-C83A70D44406}" destId="{C6423B74-C0EE-4390-A606-86CF7C77F5E0}" srcOrd="0" destOrd="0" presId="urn:microsoft.com/office/officeart/2008/layout/LinedList"/>
    <dgm:cxn modelId="{CA5A287D-E7CA-4DD7-85B6-1A50BC2B3369}" type="presParOf" srcId="{0E16D45A-F97B-4C42-8F42-C83A70D44406}" destId="{C22F0511-15F8-47EE-A259-EFB5E226218D}" srcOrd="1" destOrd="0" presId="urn:microsoft.com/office/officeart/2008/layout/LinedList"/>
    <dgm:cxn modelId="{F4442544-99CA-4BE3-A324-9FE871F60FF2}" type="presParOf" srcId="{DE3EA828-8A1A-4F73-8244-12E5B9BFA4C4}" destId="{C4DC1684-2247-4313-B5DA-02B56AD6EBA3}" srcOrd="6" destOrd="0" presId="urn:microsoft.com/office/officeart/2008/layout/LinedList"/>
    <dgm:cxn modelId="{EA7B6E48-63C2-4842-B4B1-F75432CF4049}" type="presParOf" srcId="{DE3EA828-8A1A-4F73-8244-12E5B9BFA4C4}" destId="{E75FAF83-1F1B-48F3-8D4F-210A33AEA88C}" srcOrd="7" destOrd="0" presId="urn:microsoft.com/office/officeart/2008/layout/LinedList"/>
    <dgm:cxn modelId="{45408BA4-4F05-4EB4-B243-8D949E36D17B}" type="presParOf" srcId="{E75FAF83-1F1B-48F3-8D4F-210A33AEA88C}" destId="{E613DABF-B601-48A6-AA70-46FDD6369545}" srcOrd="0" destOrd="0" presId="urn:microsoft.com/office/officeart/2008/layout/LinedList"/>
    <dgm:cxn modelId="{B059CC28-3D65-43B5-9814-026E8C8F832D}" type="presParOf" srcId="{E75FAF83-1F1B-48F3-8D4F-210A33AEA88C}" destId="{93A57D9F-1F2F-409F-BEF7-0CCEE16B01F4}" srcOrd="1" destOrd="0" presId="urn:microsoft.com/office/officeart/2008/layout/LinedList"/>
    <dgm:cxn modelId="{820346DF-2A50-4832-A50C-5FF7DDF8350F}" type="presParOf" srcId="{DE3EA828-8A1A-4F73-8244-12E5B9BFA4C4}" destId="{59682BBA-CC69-4240-A2EF-1FEC67660392}" srcOrd="8" destOrd="0" presId="urn:microsoft.com/office/officeart/2008/layout/LinedList"/>
    <dgm:cxn modelId="{7A21710D-ACA3-4DAE-93F3-F988E17E9E3F}" type="presParOf" srcId="{DE3EA828-8A1A-4F73-8244-12E5B9BFA4C4}" destId="{03540CF7-7DF8-4668-A9D8-72ECF2BA9A6E}" srcOrd="9" destOrd="0" presId="urn:microsoft.com/office/officeart/2008/layout/LinedList"/>
    <dgm:cxn modelId="{E0E70617-14F0-43FD-8556-EDAC762AE061}" type="presParOf" srcId="{03540CF7-7DF8-4668-A9D8-72ECF2BA9A6E}" destId="{34B66B0F-246C-4D6A-BC3A-5C8572054A59}" srcOrd="0" destOrd="0" presId="urn:microsoft.com/office/officeart/2008/layout/LinedList"/>
    <dgm:cxn modelId="{D064BD16-4003-46E4-893A-58D53821CC8D}" type="presParOf" srcId="{03540CF7-7DF8-4668-A9D8-72ECF2BA9A6E}" destId="{379832C0-F2C4-4709-818B-66ED1A6E7BB9}" srcOrd="1" destOrd="0" presId="urn:microsoft.com/office/officeart/2008/layout/LinedList"/>
    <dgm:cxn modelId="{D0B3A82E-F233-4832-8A60-877CA51E1708}" type="presParOf" srcId="{DE3EA828-8A1A-4F73-8244-12E5B9BFA4C4}" destId="{11B5E7B4-A044-4FC9-8E24-D7594B4015A7}" srcOrd="10" destOrd="0" presId="urn:microsoft.com/office/officeart/2008/layout/LinedList"/>
    <dgm:cxn modelId="{137BD66D-4159-4150-BDC0-0B59193B1F8B}" type="presParOf" srcId="{DE3EA828-8A1A-4F73-8244-12E5B9BFA4C4}" destId="{DAB8D883-4E7C-4840-8A1B-8510AF698800}" srcOrd="11" destOrd="0" presId="urn:microsoft.com/office/officeart/2008/layout/LinedList"/>
    <dgm:cxn modelId="{1EB317B9-6D45-41F4-875C-9E523DEB538B}" type="presParOf" srcId="{DAB8D883-4E7C-4840-8A1B-8510AF698800}" destId="{D1D54FCA-673D-4AEA-B244-AA1C8207724B}" srcOrd="0" destOrd="0" presId="urn:microsoft.com/office/officeart/2008/layout/LinedList"/>
    <dgm:cxn modelId="{8A868E8C-2471-4D2C-96E2-85562325A8B1}" type="presParOf" srcId="{DAB8D883-4E7C-4840-8A1B-8510AF698800}" destId="{4D039BBD-86FA-4794-99F4-718B138E4CD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7F6793A-D513-4BAF-A677-DC407392C85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3E6639B-C4FB-4195-962F-18AAF060B3C3}">
      <dgm:prSet/>
      <dgm:spPr/>
      <dgm:t>
        <a:bodyPr/>
        <a:lstStyle/>
        <a:p>
          <a:pPr>
            <a:defRPr cap="all"/>
          </a:pPr>
          <a:r>
            <a:rPr lang="en-US"/>
            <a:t>• Train-Test Split (80-20)</a:t>
          </a:r>
        </a:p>
      </dgm:t>
    </dgm:pt>
    <dgm:pt modelId="{5921B898-58AD-42F0-BBA3-3F8FD45E2596}" type="parTrans" cxnId="{FD875271-E4A2-4B52-98FB-EB58A6EFD5EE}">
      <dgm:prSet/>
      <dgm:spPr/>
      <dgm:t>
        <a:bodyPr/>
        <a:lstStyle/>
        <a:p>
          <a:endParaRPr lang="en-US"/>
        </a:p>
      </dgm:t>
    </dgm:pt>
    <dgm:pt modelId="{EF83B821-9DC3-41A9-9161-AFBE1840D3E0}" type="sibTrans" cxnId="{FD875271-E4A2-4B52-98FB-EB58A6EFD5EE}">
      <dgm:prSet/>
      <dgm:spPr/>
      <dgm:t>
        <a:bodyPr/>
        <a:lstStyle/>
        <a:p>
          <a:endParaRPr lang="en-US"/>
        </a:p>
      </dgm:t>
    </dgm:pt>
    <dgm:pt modelId="{3FA98767-E8D5-453F-90EC-A2D1C90E0B25}">
      <dgm:prSet/>
      <dgm:spPr/>
      <dgm:t>
        <a:bodyPr/>
        <a:lstStyle/>
        <a:p>
          <a:pPr>
            <a:defRPr cap="all"/>
          </a:pPr>
          <a:r>
            <a:rPr lang="en-US"/>
            <a:t>• Linear Regression Model</a:t>
          </a:r>
        </a:p>
      </dgm:t>
    </dgm:pt>
    <dgm:pt modelId="{E5F47F11-F066-4DF2-9CCC-5B1368AF1271}" type="parTrans" cxnId="{18B31020-A409-4F28-8E03-9DF3094F290E}">
      <dgm:prSet/>
      <dgm:spPr/>
      <dgm:t>
        <a:bodyPr/>
        <a:lstStyle/>
        <a:p>
          <a:endParaRPr lang="en-US"/>
        </a:p>
      </dgm:t>
    </dgm:pt>
    <dgm:pt modelId="{14A69F19-F3E5-4C7F-A534-5968BF20B4AF}" type="sibTrans" cxnId="{18B31020-A409-4F28-8E03-9DF3094F290E}">
      <dgm:prSet/>
      <dgm:spPr/>
      <dgm:t>
        <a:bodyPr/>
        <a:lstStyle/>
        <a:p>
          <a:endParaRPr lang="en-US"/>
        </a:p>
      </dgm:t>
    </dgm:pt>
    <dgm:pt modelId="{2EB4749D-797A-41D2-84FA-BFF383E37E2C}">
      <dgm:prSet/>
      <dgm:spPr/>
      <dgm:t>
        <a:bodyPr/>
        <a:lstStyle/>
        <a:p>
          <a:pPr>
            <a:defRPr cap="all"/>
          </a:pPr>
          <a:r>
            <a:rPr lang="en-US"/>
            <a:t>• Random Forest Regressor</a:t>
          </a:r>
        </a:p>
      </dgm:t>
    </dgm:pt>
    <dgm:pt modelId="{383B4CEE-8D5D-470C-A6FA-927585EF01AF}" type="parTrans" cxnId="{E7060DE9-E6BB-4917-8841-6CA004C68BE0}">
      <dgm:prSet/>
      <dgm:spPr/>
      <dgm:t>
        <a:bodyPr/>
        <a:lstStyle/>
        <a:p>
          <a:endParaRPr lang="en-US"/>
        </a:p>
      </dgm:t>
    </dgm:pt>
    <dgm:pt modelId="{721DF284-3A95-40CE-B05D-F6BD237A9388}" type="sibTrans" cxnId="{E7060DE9-E6BB-4917-8841-6CA004C68BE0}">
      <dgm:prSet/>
      <dgm:spPr/>
      <dgm:t>
        <a:bodyPr/>
        <a:lstStyle/>
        <a:p>
          <a:endParaRPr lang="en-US"/>
        </a:p>
      </dgm:t>
    </dgm:pt>
    <dgm:pt modelId="{0B5D32D3-C8C4-4430-95EF-CC525002A428}">
      <dgm:prSet/>
      <dgm:spPr/>
      <dgm:t>
        <a:bodyPr/>
        <a:lstStyle/>
        <a:p>
          <a:pPr>
            <a:defRPr cap="all"/>
          </a:pPr>
          <a:r>
            <a:rPr lang="en-US"/>
            <a:t>• Compared performance metrics</a:t>
          </a:r>
        </a:p>
      </dgm:t>
    </dgm:pt>
    <dgm:pt modelId="{D65966B7-D344-475F-9C84-631F2B061DDD}" type="parTrans" cxnId="{EE417D55-E1D1-4AAC-BE66-3D98BCC669B5}">
      <dgm:prSet/>
      <dgm:spPr/>
      <dgm:t>
        <a:bodyPr/>
        <a:lstStyle/>
        <a:p>
          <a:endParaRPr lang="en-US"/>
        </a:p>
      </dgm:t>
    </dgm:pt>
    <dgm:pt modelId="{8103A807-9B6B-446C-9149-90A64204270F}" type="sibTrans" cxnId="{EE417D55-E1D1-4AAC-BE66-3D98BCC669B5}">
      <dgm:prSet/>
      <dgm:spPr/>
      <dgm:t>
        <a:bodyPr/>
        <a:lstStyle/>
        <a:p>
          <a:endParaRPr lang="en-US"/>
        </a:p>
      </dgm:t>
    </dgm:pt>
    <dgm:pt modelId="{A776E6E5-1E16-42DA-B34E-C9A566DB2463}" type="pres">
      <dgm:prSet presAssocID="{F7F6793A-D513-4BAF-A677-DC407392C857}" presName="root" presStyleCnt="0">
        <dgm:presLayoutVars>
          <dgm:dir/>
          <dgm:resizeHandles val="exact"/>
        </dgm:presLayoutVars>
      </dgm:prSet>
      <dgm:spPr/>
    </dgm:pt>
    <dgm:pt modelId="{985DCE8F-8799-4485-A5AE-B11745FCD121}" type="pres">
      <dgm:prSet presAssocID="{33E6639B-C4FB-4195-962F-18AAF060B3C3}" presName="compNode" presStyleCnt="0"/>
      <dgm:spPr/>
    </dgm:pt>
    <dgm:pt modelId="{B2B6E97A-C4E9-4F5B-8EAB-5DEF7128C2F8}" type="pres">
      <dgm:prSet presAssocID="{33E6639B-C4FB-4195-962F-18AAF060B3C3}" presName="iconBgRect" presStyleLbl="bgShp" presStyleIdx="0" presStyleCnt="4"/>
      <dgm:spPr/>
    </dgm:pt>
    <dgm:pt modelId="{B6973F02-0CF5-45C7-A617-CE3FDF678B7D}" type="pres">
      <dgm:prSet presAssocID="{33E6639B-C4FB-4195-962F-18AAF060B3C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717D7541-68CB-4EE8-AB31-ED02594B8FB6}" type="pres">
      <dgm:prSet presAssocID="{33E6639B-C4FB-4195-962F-18AAF060B3C3}" presName="spaceRect" presStyleCnt="0"/>
      <dgm:spPr/>
    </dgm:pt>
    <dgm:pt modelId="{0D029F0F-E584-4024-9AB3-E27F9542824A}" type="pres">
      <dgm:prSet presAssocID="{33E6639B-C4FB-4195-962F-18AAF060B3C3}" presName="textRect" presStyleLbl="revTx" presStyleIdx="0" presStyleCnt="4">
        <dgm:presLayoutVars>
          <dgm:chMax val="1"/>
          <dgm:chPref val="1"/>
        </dgm:presLayoutVars>
      </dgm:prSet>
      <dgm:spPr/>
    </dgm:pt>
    <dgm:pt modelId="{978623C2-B008-49AA-BE7C-D46F926D0747}" type="pres">
      <dgm:prSet presAssocID="{EF83B821-9DC3-41A9-9161-AFBE1840D3E0}" presName="sibTrans" presStyleCnt="0"/>
      <dgm:spPr/>
    </dgm:pt>
    <dgm:pt modelId="{5E2EECCF-8E94-4A70-B65A-175AFB094CA8}" type="pres">
      <dgm:prSet presAssocID="{3FA98767-E8D5-453F-90EC-A2D1C90E0B25}" presName="compNode" presStyleCnt="0"/>
      <dgm:spPr/>
    </dgm:pt>
    <dgm:pt modelId="{A8BA081B-5556-4837-B01D-F7A7FFB2E46C}" type="pres">
      <dgm:prSet presAssocID="{3FA98767-E8D5-453F-90EC-A2D1C90E0B25}" presName="iconBgRect" presStyleLbl="bgShp" presStyleIdx="1" presStyleCnt="4"/>
      <dgm:spPr/>
    </dgm:pt>
    <dgm:pt modelId="{05ED0738-36BA-4420-91BB-4508766AC088}" type="pres">
      <dgm:prSet presAssocID="{3FA98767-E8D5-453F-90EC-A2D1C90E0B2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40F0CC4-9101-4ED4-BC14-BCC5A5962DCC}" type="pres">
      <dgm:prSet presAssocID="{3FA98767-E8D5-453F-90EC-A2D1C90E0B25}" presName="spaceRect" presStyleCnt="0"/>
      <dgm:spPr/>
    </dgm:pt>
    <dgm:pt modelId="{F31949C1-4080-4780-B146-B02C0A2F349A}" type="pres">
      <dgm:prSet presAssocID="{3FA98767-E8D5-453F-90EC-A2D1C90E0B25}" presName="textRect" presStyleLbl="revTx" presStyleIdx="1" presStyleCnt="4">
        <dgm:presLayoutVars>
          <dgm:chMax val="1"/>
          <dgm:chPref val="1"/>
        </dgm:presLayoutVars>
      </dgm:prSet>
      <dgm:spPr/>
    </dgm:pt>
    <dgm:pt modelId="{25CEFA4F-EDCA-44CC-BDFB-332564EB77BD}" type="pres">
      <dgm:prSet presAssocID="{14A69F19-F3E5-4C7F-A534-5968BF20B4AF}" presName="sibTrans" presStyleCnt="0"/>
      <dgm:spPr/>
    </dgm:pt>
    <dgm:pt modelId="{54AB32AD-32C3-4663-81DA-97E0EE5395D6}" type="pres">
      <dgm:prSet presAssocID="{2EB4749D-797A-41D2-84FA-BFF383E37E2C}" presName="compNode" presStyleCnt="0"/>
      <dgm:spPr/>
    </dgm:pt>
    <dgm:pt modelId="{518D3991-6AC2-427C-B78D-9FA8F1B39E09}" type="pres">
      <dgm:prSet presAssocID="{2EB4749D-797A-41D2-84FA-BFF383E37E2C}" presName="iconBgRect" presStyleLbl="bgShp" presStyleIdx="2" presStyleCnt="4"/>
      <dgm:spPr/>
    </dgm:pt>
    <dgm:pt modelId="{8E49E1C0-0DC8-44ED-85FA-328E38977305}" type="pres">
      <dgm:prSet presAssocID="{2EB4749D-797A-41D2-84FA-BFF383E37E2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 tree"/>
        </a:ext>
      </dgm:extLst>
    </dgm:pt>
    <dgm:pt modelId="{85359A4D-2BB4-4AFD-BF94-8F547C0F1A27}" type="pres">
      <dgm:prSet presAssocID="{2EB4749D-797A-41D2-84FA-BFF383E37E2C}" presName="spaceRect" presStyleCnt="0"/>
      <dgm:spPr/>
    </dgm:pt>
    <dgm:pt modelId="{4AE2A6EE-C4BE-43FB-94DE-2EF1591F1DDA}" type="pres">
      <dgm:prSet presAssocID="{2EB4749D-797A-41D2-84FA-BFF383E37E2C}" presName="textRect" presStyleLbl="revTx" presStyleIdx="2" presStyleCnt="4">
        <dgm:presLayoutVars>
          <dgm:chMax val="1"/>
          <dgm:chPref val="1"/>
        </dgm:presLayoutVars>
      </dgm:prSet>
      <dgm:spPr/>
    </dgm:pt>
    <dgm:pt modelId="{0BFD209F-EFCE-4849-A003-DC59CE344D2C}" type="pres">
      <dgm:prSet presAssocID="{721DF284-3A95-40CE-B05D-F6BD237A9388}" presName="sibTrans" presStyleCnt="0"/>
      <dgm:spPr/>
    </dgm:pt>
    <dgm:pt modelId="{01E70F90-0609-4A51-B1A0-D8EEA57DB27A}" type="pres">
      <dgm:prSet presAssocID="{0B5D32D3-C8C4-4430-95EF-CC525002A428}" presName="compNode" presStyleCnt="0"/>
      <dgm:spPr/>
    </dgm:pt>
    <dgm:pt modelId="{3093B27F-7FBE-4B8E-A2CB-1F50C1E5FF45}" type="pres">
      <dgm:prSet presAssocID="{0B5D32D3-C8C4-4430-95EF-CC525002A428}" presName="iconBgRect" presStyleLbl="bgShp" presStyleIdx="3" presStyleCnt="4"/>
      <dgm:spPr/>
    </dgm:pt>
    <dgm:pt modelId="{B3F5F636-08AF-4C77-9DBC-46A8570E36DF}" type="pres">
      <dgm:prSet presAssocID="{0B5D32D3-C8C4-4430-95EF-CC525002A42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053D3C3-786D-49DD-8275-A63D17E33851}" type="pres">
      <dgm:prSet presAssocID="{0B5D32D3-C8C4-4430-95EF-CC525002A428}" presName="spaceRect" presStyleCnt="0"/>
      <dgm:spPr/>
    </dgm:pt>
    <dgm:pt modelId="{F8CEBBBA-9EE8-4669-98CE-397860DE3448}" type="pres">
      <dgm:prSet presAssocID="{0B5D32D3-C8C4-4430-95EF-CC525002A42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8B31020-A409-4F28-8E03-9DF3094F290E}" srcId="{F7F6793A-D513-4BAF-A677-DC407392C857}" destId="{3FA98767-E8D5-453F-90EC-A2D1C90E0B25}" srcOrd="1" destOrd="0" parTransId="{E5F47F11-F066-4DF2-9CCC-5B1368AF1271}" sibTransId="{14A69F19-F3E5-4C7F-A534-5968BF20B4AF}"/>
    <dgm:cxn modelId="{FD875271-E4A2-4B52-98FB-EB58A6EFD5EE}" srcId="{F7F6793A-D513-4BAF-A677-DC407392C857}" destId="{33E6639B-C4FB-4195-962F-18AAF060B3C3}" srcOrd="0" destOrd="0" parTransId="{5921B898-58AD-42F0-BBA3-3F8FD45E2596}" sibTransId="{EF83B821-9DC3-41A9-9161-AFBE1840D3E0}"/>
    <dgm:cxn modelId="{C82D0573-2380-484B-B136-6D16D6883677}" type="presOf" srcId="{3FA98767-E8D5-453F-90EC-A2D1C90E0B25}" destId="{F31949C1-4080-4780-B146-B02C0A2F349A}" srcOrd="0" destOrd="0" presId="urn:microsoft.com/office/officeart/2018/5/layout/IconCircleLabelList"/>
    <dgm:cxn modelId="{EE417D55-E1D1-4AAC-BE66-3D98BCC669B5}" srcId="{F7F6793A-D513-4BAF-A677-DC407392C857}" destId="{0B5D32D3-C8C4-4430-95EF-CC525002A428}" srcOrd="3" destOrd="0" parTransId="{D65966B7-D344-475F-9C84-631F2B061DDD}" sibTransId="{8103A807-9B6B-446C-9149-90A64204270F}"/>
    <dgm:cxn modelId="{BABF4F9C-6D45-41CB-B586-27B87A064CE8}" type="presOf" srcId="{0B5D32D3-C8C4-4430-95EF-CC525002A428}" destId="{F8CEBBBA-9EE8-4669-98CE-397860DE3448}" srcOrd="0" destOrd="0" presId="urn:microsoft.com/office/officeart/2018/5/layout/IconCircleLabelList"/>
    <dgm:cxn modelId="{04D585C7-2BEE-4E97-BA7B-043C752C1F60}" type="presOf" srcId="{2EB4749D-797A-41D2-84FA-BFF383E37E2C}" destId="{4AE2A6EE-C4BE-43FB-94DE-2EF1591F1DDA}" srcOrd="0" destOrd="0" presId="urn:microsoft.com/office/officeart/2018/5/layout/IconCircleLabelList"/>
    <dgm:cxn modelId="{86DCA6C7-3FEA-4A91-834C-202758F36A7D}" type="presOf" srcId="{33E6639B-C4FB-4195-962F-18AAF060B3C3}" destId="{0D029F0F-E584-4024-9AB3-E27F9542824A}" srcOrd="0" destOrd="0" presId="urn:microsoft.com/office/officeart/2018/5/layout/IconCircleLabelList"/>
    <dgm:cxn modelId="{BAA5A6D3-E2E3-455B-B4D4-3BA506E1DC51}" type="presOf" srcId="{F7F6793A-D513-4BAF-A677-DC407392C857}" destId="{A776E6E5-1E16-42DA-B34E-C9A566DB2463}" srcOrd="0" destOrd="0" presId="urn:microsoft.com/office/officeart/2018/5/layout/IconCircleLabelList"/>
    <dgm:cxn modelId="{E7060DE9-E6BB-4917-8841-6CA004C68BE0}" srcId="{F7F6793A-D513-4BAF-A677-DC407392C857}" destId="{2EB4749D-797A-41D2-84FA-BFF383E37E2C}" srcOrd="2" destOrd="0" parTransId="{383B4CEE-8D5D-470C-A6FA-927585EF01AF}" sibTransId="{721DF284-3A95-40CE-B05D-F6BD237A9388}"/>
    <dgm:cxn modelId="{51C87EF5-36F0-451F-AC98-9EEAE6CB020E}" type="presParOf" srcId="{A776E6E5-1E16-42DA-B34E-C9A566DB2463}" destId="{985DCE8F-8799-4485-A5AE-B11745FCD121}" srcOrd="0" destOrd="0" presId="urn:microsoft.com/office/officeart/2018/5/layout/IconCircleLabelList"/>
    <dgm:cxn modelId="{A16264C6-9848-4794-8184-CAD9BFFCE084}" type="presParOf" srcId="{985DCE8F-8799-4485-A5AE-B11745FCD121}" destId="{B2B6E97A-C4E9-4F5B-8EAB-5DEF7128C2F8}" srcOrd="0" destOrd="0" presId="urn:microsoft.com/office/officeart/2018/5/layout/IconCircleLabelList"/>
    <dgm:cxn modelId="{05C6091A-9B19-4AAC-9CE8-3234C3B96F99}" type="presParOf" srcId="{985DCE8F-8799-4485-A5AE-B11745FCD121}" destId="{B6973F02-0CF5-45C7-A617-CE3FDF678B7D}" srcOrd="1" destOrd="0" presId="urn:microsoft.com/office/officeart/2018/5/layout/IconCircleLabelList"/>
    <dgm:cxn modelId="{132B3855-E89E-4E45-A668-9FF1E2BAFAD2}" type="presParOf" srcId="{985DCE8F-8799-4485-A5AE-B11745FCD121}" destId="{717D7541-68CB-4EE8-AB31-ED02594B8FB6}" srcOrd="2" destOrd="0" presId="urn:microsoft.com/office/officeart/2018/5/layout/IconCircleLabelList"/>
    <dgm:cxn modelId="{F26A93E8-4E61-4505-987F-0EBD3BAA46EA}" type="presParOf" srcId="{985DCE8F-8799-4485-A5AE-B11745FCD121}" destId="{0D029F0F-E584-4024-9AB3-E27F9542824A}" srcOrd="3" destOrd="0" presId="urn:microsoft.com/office/officeart/2018/5/layout/IconCircleLabelList"/>
    <dgm:cxn modelId="{A5917702-939C-45C5-8B5D-25D5BCD84C68}" type="presParOf" srcId="{A776E6E5-1E16-42DA-B34E-C9A566DB2463}" destId="{978623C2-B008-49AA-BE7C-D46F926D0747}" srcOrd="1" destOrd="0" presId="urn:microsoft.com/office/officeart/2018/5/layout/IconCircleLabelList"/>
    <dgm:cxn modelId="{81694C52-84D1-487A-996C-43DFEF1AE019}" type="presParOf" srcId="{A776E6E5-1E16-42DA-B34E-C9A566DB2463}" destId="{5E2EECCF-8E94-4A70-B65A-175AFB094CA8}" srcOrd="2" destOrd="0" presId="urn:microsoft.com/office/officeart/2018/5/layout/IconCircleLabelList"/>
    <dgm:cxn modelId="{09DA15F6-C1F1-48E1-B42C-58BF6DDBFEA5}" type="presParOf" srcId="{5E2EECCF-8E94-4A70-B65A-175AFB094CA8}" destId="{A8BA081B-5556-4837-B01D-F7A7FFB2E46C}" srcOrd="0" destOrd="0" presId="urn:microsoft.com/office/officeart/2018/5/layout/IconCircleLabelList"/>
    <dgm:cxn modelId="{800CBF14-B648-4644-8DB0-19BB5E9A004A}" type="presParOf" srcId="{5E2EECCF-8E94-4A70-B65A-175AFB094CA8}" destId="{05ED0738-36BA-4420-91BB-4508766AC088}" srcOrd="1" destOrd="0" presId="urn:microsoft.com/office/officeart/2018/5/layout/IconCircleLabelList"/>
    <dgm:cxn modelId="{57E62B7A-5E95-4447-A350-2CB43F87BB99}" type="presParOf" srcId="{5E2EECCF-8E94-4A70-B65A-175AFB094CA8}" destId="{A40F0CC4-9101-4ED4-BC14-BCC5A5962DCC}" srcOrd="2" destOrd="0" presId="urn:microsoft.com/office/officeart/2018/5/layout/IconCircleLabelList"/>
    <dgm:cxn modelId="{43B3B391-7CAE-4FD3-8002-2BA082397E2A}" type="presParOf" srcId="{5E2EECCF-8E94-4A70-B65A-175AFB094CA8}" destId="{F31949C1-4080-4780-B146-B02C0A2F349A}" srcOrd="3" destOrd="0" presId="urn:microsoft.com/office/officeart/2018/5/layout/IconCircleLabelList"/>
    <dgm:cxn modelId="{C3491322-3287-4136-9B8D-15ADC18EA13C}" type="presParOf" srcId="{A776E6E5-1E16-42DA-B34E-C9A566DB2463}" destId="{25CEFA4F-EDCA-44CC-BDFB-332564EB77BD}" srcOrd="3" destOrd="0" presId="urn:microsoft.com/office/officeart/2018/5/layout/IconCircleLabelList"/>
    <dgm:cxn modelId="{31623606-3A2D-4F5C-9E76-3EBEDA3418D2}" type="presParOf" srcId="{A776E6E5-1E16-42DA-B34E-C9A566DB2463}" destId="{54AB32AD-32C3-4663-81DA-97E0EE5395D6}" srcOrd="4" destOrd="0" presId="urn:microsoft.com/office/officeart/2018/5/layout/IconCircleLabelList"/>
    <dgm:cxn modelId="{D0DFC2FB-18AF-4A9A-AA0B-8527E5925F2A}" type="presParOf" srcId="{54AB32AD-32C3-4663-81DA-97E0EE5395D6}" destId="{518D3991-6AC2-427C-B78D-9FA8F1B39E09}" srcOrd="0" destOrd="0" presId="urn:microsoft.com/office/officeart/2018/5/layout/IconCircleLabelList"/>
    <dgm:cxn modelId="{4BAC69CF-BA9A-4718-A096-62A70F60ED3D}" type="presParOf" srcId="{54AB32AD-32C3-4663-81DA-97E0EE5395D6}" destId="{8E49E1C0-0DC8-44ED-85FA-328E38977305}" srcOrd="1" destOrd="0" presId="urn:microsoft.com/office/officeart/2018/5/layout/IconCircleLabelList"/>
    <dgm:cxn modelId="{9B47A47F-00A2-4D9B-A2ED-3D50F2F9DB87}" type="presParOf" srcId="{54AB32AD-32C3-4663-81DA-97E0EE5395D6}" destId="{85359A4D-2BB4-4AFD-BF94-8F547C0F1A27}" srcOrd="2" destOrd="0" presId="urn:microsoft.com/office/officeart/2018/5/layout/IconCircleLabelList"/>
    <dgm:cxn modelId="{64EAF902-55CE-4138-A385-9E59C05812D2}" type="presParOf" srcId="{54AB32AD-32C3-4663-81DA-97E0EE5395D6}" destId="{4AE2A6EE-C4BE-43FB-94DE-2EF1591F1DDA}" srcOrd="3" destOrd="0" presId="urn:microsoft.com/office/officeart/2018/5/layout/IconCircleLabelList"/>
    <dgm:cxn modelId="{295CF96D-F405-4E95-81C2-C49014BE5D24}" type="presParOf" srcId="{A776E6E5-1E16-42DA-B34E-C9A566DB2463}" destId="{0BFD209F-EFCE-4849-A003-DC59CE344D2C}" srcOrd="5" destOrd="0" presId="urn:microsoft.com/office/officeart/2018/5/layout/IconCircleLabelList"/>
    <dgm:cxn modelId="{F98144E4-922F-46DA-A113-06BBD6E178BD}" type="presParOf" srcId="{A776E6E5-1E16-42DA-B34E-C9A566DB2463}" destId="{01E70F90-0609-4A51-B1A0-D8EEA57DB27A}" srcOrd="6" destOrd="0" presId="urn:microsoft.com/office/officeart/2018/5/layout/IconCircleLabelList"/>
    <dgm:cxn modelId="{E895E200-6EDB-48D3-A8EB-DF5BD160D3F2}" type="presParOf" srcId="{01E70F90-0609-4A51-B1A0-D8EEA57DB27A}" destId="{3093B27F-7FBE-4B8E-A2CB-1F50C1E5FF45}" srcOrd="0" destOrd="0" presId="urn:microsoft.com/office/officeart/2018/5/layout/IconCircleLabelList"/>
    <dgm:cxn modelId="{991B5ED2-29BB-43AF-9B28-C69EC3D3CC8E}" type="presParOf" srcId="{01E70F90-0609-4A51-B1A0-D8EEA57DB27A}" destId="{B3F5F636-08AF-4C77-9DBC-46A8570E36DF}" srcOrd="1" destOrd="0" presId="urn:microsoft.com/office/officeart/2018/5/layout/IconCircleLabelList"/>
    <dgm:cxn modelId="{ADA12E90-0937-4E14-848A-5F5273DCFC26}" type="presParOf" srcId="{01E70F90-0609-4A51-B1A0-D8EEA57DB27A}" destId="{3053D3C3-786D-49DD-8275-A63D17E33851}" srcOrd="2" destOrd="0" presId="urn:microsoft.com/office/officeart/2018/5/layout/IconCircleLabelList"/>
    <dgm:cxn modelId="{7D67F7B5-8A48-4089-94AF-6F047539B78C}" type="presParOf" srcId="{01E70F90-0609-4A51-B1A0-D8EEA57DB27A}" destId="{F8CEBBBA-9EE8-4669-98CE-397860DE344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A941C4D-66AE-404C-9C27-7594AA9408B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22CB87A-079B-45C9-AB7F-589F741AD529}">
      <dgm:prSet/>
      <dgm:spPr/>
      <dgm:t>
        <a:bodyPr/>
        <a:lstStyle/>
        <a:p>
          <a:pPr>
            <a:defRPr cap="all"/>
          </a:pPr>
          <a:r>
            <a:rPr lang="en-US"/>
            <a:t>• Mean Absolute Error (MAE)</a:t>
          </a:r>
        </a:p>
      </dgm:t>
    </dgm:pt>
    <dgm:pt modelId="{77A38646-83DA-460F-8392-F86EFF3670C7}" type="parTrans" cxnId="{6DE8D5C3-0016-40B9-8DA7-9BB9868D7F3B}">
      <dgm:prSet/>
      <dgm:spPr/>
      <dgm:t>
        <a:bodyPr/>
        <a:lstStyle/>
        <a:p>
          <a:endParaRPr lang="en-US"/>
        </a:p>
      </dgm:t>
    </dgm:pt>
    <dgm:pt modelId="{DEA74DBB-C676-4405-B847-AA5E314360FB}" type="sibTrans" cxnId="{6DE8D5C3-0016-40B9-8DA7-9BB9868D7F3B}">
      <dgm:prSet/>
      <dgm:spPr/>
      <dgm:t>
        <a:bodyPr/>
        <a:lstStyle/>
        <a:p>
          <a:endParaRPr lang="en-US"/>
        </a:p>
      </dgm:t>
    </dgm:pt>
    <dgm:pt modelId="{86717FD6-A389-4C33-8AB4-B1ADF71E1FB6}">
      <dgm:prSet/>
      <dgm:spPr/>
      <dgm:t>
        <a:bodyPr/>
        <a:lstStyle/>
        <a:p>
          <a:pPr>
            <a:defRPr cap="all"/>
          </a:pPr>
          <a:r>
            <a:rPr lang="en-US"/>
            <a:t>• Root Mean Squared Error (RMSE)</a:t>
          </a:r>
        </a:p>
      </dgm:t>
    </dgm:pt>
    <dgm:pt modelId="{9CBAF9CC-E1EA-4F5E-BD2F-BBEC6D62A614}" type="parTrans" cxnId="{6D6DAC86-12AF-441E-8707-6BC2B118EC02}">
      <dgm:prSet/>
      <dgm:spPr/>
      <dgm:t>
        <a:bodyPr/>
        <a:lstStyle/>
        <a:p>
          <a:endParaRPr lang="en-US"/>
        </a:p>
      </dgm:t>
    </dgm:pt>
    <dgm:pt modelId="{D0E8A6B0-BF5B-48F6-B8C4-D082B8864346}" type="sibTrans" cxnId="{6D6DAC86-12AF-441E-8707-6BC2B118EC02}">
      <dgm:prSet/>
      <dgm:spPr/>
      <dgm:t>
        <a:bodyPr/>
        <a:lstStyle/>
        <a:p>
          <a:endParaRPr lang="en-US"/>
        </a:p>
      </dgm:t>
    </dgm:pt>
    <dgm:pt modelId="{F41236C0-0566-46AC-9A84-5B8D879FC498}">
      <dgm:prSet/>
      <dgm:spPr/>
      <dgm:t>
        <a:bodyPr/>
        <a:lstStyle/>
        <a:p>
          <a:pPr>
            <a:defRPr cap="all"/>
          </a:pPr>
          <a:r>
            <a:rPr lang="en-US"/>
            <a:t>• Random Forest performed better</a:t>
          </a:r>
        </a:p>
      </dgm:t>
    </dgm:pt>
    <dgm:pt modelId="{6D0ED84C-B468-47E0-AFB7-58CEF8CC3495}" type="parTrans" cxnId="{B79D17F1-A44A-45F5-A38A-FA5A766A7417}">
      <dgm:prSet/>
      <dgm:spPr/>
      <dgm:t>
        <a:bodyPr/>
        <a:lstStyle/>
        <a:p>
          <a:endParaRPr lang="en-US"/>
        </a:p>
      </dgm:t>
    </dgm:pt>
    <dgm:pt modelId="{2C73C385-00A1-4A7C-84C5-D053C4FBC398}" type="sibTrans" cxnId="{B79D17F1-A44A-45F5-A38A-FA5A766A7417}">
      <dgm:prSet/>
      <dgm:spPr/>
      <dgm:t>
        <a:bodyPr/>
        <a:lstStyle/>
        <a:p>
          <a:endParaRPr lang="en-US"/>
        </a:p>
      </dgm:t>
    </dgm:pt>
    <dgm:pt modelId="{43C6CE4D-21D1-4D6E-8BBB-C20C7971002B}">
      <dgm:prSet/>
      <dgm:spPr/>
      <dgm:t>
        <a:bodyPr/>
        <a:lstStyle/>
        <a:p>
          <a:pPr>
            <a:defRPr cap="all"/>
          </a:pPr>
          <a:r>
            <a:rPr lang="en-US"/>
            <a:t>• Model provides accurate price predictions</a:t>
          </a:r>
        </a:p>
      </dgm:t>
    </dgm:pt>
    <dgm:pt modelId="{C579CD07-060F-43D0-8453-F047F2C05E73}" type="parTrans" cxnId="{0E5D2283-4922-40B6-BF4E-D503C22E5396}">
      <dgm:prSet/>
      <dgm:spPr/>
      <dgm:t>
        <a:bodyPr/>
        <a:lstStyle/>
        <a:p>
          <a:endParaRPr lang="en-US"/>
        </a:p>
      </dgm:t>
    </dgm:pt>
    <dgm:pt modelId="{DE6BFDE6-3A1A-4A01-BB21-8546C8358753}" type="sibTrans" cxnId="{0E5D2283-4922-40B6-BF4E-D503C22E5396}">
      <dgm:prSet/>
      <dgm:spPr/>
      <dgm:t>
        <a:bodyPr/>
        <a:lstStyle/>
        <a:p>
          <a:endParaRPr lang="en-US"/>
        </a:p>
      </dgm:t>
    </dgm:pt>
    <dgm:pt modelId="{1F4F9B0A-B5C9-45FF-8171-9B028B271DDE}" type="pres">
      <dgm:prSet presAssocID="{7A941C4D-66AE-404C-9C27-7594AA9408BA}" presName="root" presStyleCnt="0">
        <dgm:presLayoutVars>
          <dgm:dir/>
          <dgm:resizeHandles val="exact"/>
        </dgm:presLayoutVars>
      </dgm:prSet>
      <dgm:spPr/>
    </dgm:pt>
    <dgm:pt modelId="{FCD89056-492C-4679-AFEB-FAA11177B494}" type="pres">
      <dgm:prSet presAssocID="{122CB87A-079B-45C9-AB7F-589F741AD529}" presName="compNode" presStyleCnt="0"/>
      <dgm:spPr/>
    </dgm:pt>
    <dgm:pt modelId="{69E41115-784F-4B68-9DAC-7D3EBA5C91EA}" type="pres">
      <dgm:prSet presAssocID="{122CB87A-079B-45C9-AB7F-589F741AD529}" presName="iconBgRect" presStyleLbl="bgShp" presStyleIdx="0" presStyleCnt="4"/>
      <dgm:spPr/>
    </dgm:pt>
    <dgm:pt modelId="{CD5E2702-C49E-4AF4-B3AF-F6F6C328F4F2}" type="pres">
      <dgm:prSet presAssocID="{122CB87A-079B-45C9-AB7F-589F741AD52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5068D4F7-D139-4B9A-B9F9-37D11A80A052}" type="pres">
      <dgm:prSet presAssocID="{122CB87A-079B-45C9-AB7F-589F741AD529}" presName="spaceRect" presStyleCnt="0"/>
      <dgm:spPr/>
    </dgm:pt>
    <dgm:pt modelId="{7823C493-E215-48B1-A648-BF189B4A2720}" type="pres">
      <dgm:prSet presAssocID="{122CB87A-079B-45C9-AB7F-589F741AD529}" presName="textRect" presStyleLbl="revTx" presStyleIdx="0" presStyleCnt="4">
        <dgm:presLayoutVars>
          <dgm:chMax val="1"/>
          <dgm:chPref val="1"/>
        </dgm:presLayoutVars>
      </dgm:prSet>
      <dgm:spPr/>
    </dgm:pt>
    <dgm:pt modelId="{F65F358D-514B-4F57-844B-790BDDDDB912}" type="pres">
      <dgm:prSet presAssocID="{DEA74DBB-C676-4405-B847-AA5E314360FB}" presName="sibTrans" presStyleCnt="0"/>
      <dgm:spPr/>
    </dgm:pt>
    <dgm:pt modelId="{CC90847E-CA80-4908-90C6-AB6A135B7C53}" type="pres">
      <dgm:prSet presAssocID="{86717FD6-A389-4C33-8AB4-B1ADF71E1FB6}" presName="compNode" presStyleCnt="0"/>
      <dgm:spPr/>
    </dgm:pt>
    <dgm:pt modelId="{41F90655-74AC-4207-A6AA-11006636A865}" type="pres">
      <dgm:prSet presAssocID="{86717FD6-A389-4C33-8AB4-B1ADF71E1FB6}" presName="iconBgRect" presStyleLbl="bgShp" presStyleIdx="1" presStyleCnt="4"/>
      <dgm:spPr/>
    </dgm:pt>
    <dgm:pt modelId="{6B855ED7-EEEA-4A0F-94C0-38E9B506A9CF}" type="pres">
      <dgm:prSet presAssocID="{86717FD6-A389-4C33-8AB4-B1ADF71E1FB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7C44EC95-BB95-45A6-AE05-F26374F4A0DA}" type="pres">
      <dgm:prSet presAssocID="{86717FD6-A389-4C33-8AB4-B1ADF71E1FB6}" presName="spaceRect" presStyleCnt="0"/>
      <dgm:spPr/>
    </dgm:pt>
    <dgm:pt modelId="{3403CD0A-8C8D-4FE3-BE5E-1FBA5B4FDDE3}" type="pres">
      <dgm:prSet presAssocID="{86717FD6-A389-4C33-8AB4-B1ADF71E1FB6}" presName="textRect" presStyleLbl="revTx" presStyleIdx="1" presStyleCnt="4">
        <dgm:presLayoutVars>
          <dgm:chMax val="1"/>
          <dgm:chPref val="1"/>
        </dgm:presLayoutVars>
      </dgm:prSet>
      <dgm:spPr/>
    </dgm:pt>
    <dgm:pt modelId="{4C4E09DE-0AE8-4C7F-B235-54A67F21D96B}" type="pres">
      <dgm:prSet presAssocID="{D0E8A6B0-BF5B-48F6-B8C4-D082B8864346}" presName="sibTrans" presStyleCnt="0"/>
      <dgm:spPr/>
    </dgm:pt>
    <dgm:pt modelId="{1B43BF82-3587-4822-96E4-82F34466A1AD}" type="pres">
      <dgm:prSet presAssocID="{F41236C0-0566-46AC-9A84-5B8D879FC498}" presName="compNode" presStyleCnt="0"/>
      <dgm:spPr/>
    </dgm:pt>
    <dgm:pt modelId="{BA464C1F-1612-4F78-8BFA-BC7800B53387}" type="pres">
      <dgm:prSet presAssocID="{F41236C0-0566-46AC-9A84-5B8D879FC498}" presName="iconBgRect" presStyleLbl="bgShp" presStyleIdx="2" presStyleCnt="4"/>
      <dgm:spPr/>
    </dgm:pt>
    <dgm:pt modelId="{2475C2ED-68AF-4D68-8A86-EBB4D62BF626}" type="pres">
      <dgm:prSet presAssocID="{F41236C0-0566-46AC-9A84-5B8D879FC49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 tree"/>
        </a:ext>
      </dgm:extLst>
    </dgm:pt>
    <dgm:pt modelId="{6C3D2249-B40B-4C84-9816-14E9DE958EE1}" type="pres">
      <dgm:prSet presAssocID="{F41236C0-0566-46AC-9A84-5B8D879FC498}" presName="spaceRect" presStyleCnt="0"/>
      <dgm:spPr/>
    </dgm:pt>
    <dgm:pt modelId="{EEA00B15-9F3C-42F1-835C-57BEDC98E98A}" type="pres">
      <dgm:prSet presAssocID="{F41236C0-0566-46AC-9A84-5B8D879FC498}" presName="textRect" presStyleLbl="revTx" presStyleIdx="2" presStyleCnt="4">
        <dgm:presLayoutVars>
          <dgm:chMax val="1"/>
          <dgm:chPref val="1"/>
        </dgm:presLayoutVars>
      </dgm:prSet>
      <dgm:spPr/>
    </dgm:pt>
    <dgm:pt modelId="{0D0BF5B0-287B-44BA-8555-F969BCA09F9E}" type="pres">
      <dgm:prSet presAssocID="{2C73C385-00A1-4A7C-84C5-D053C4FBC398}" presName="sibTrans" presStyleCnt="0"/>
      <dgm:spPr/>
    </dgm:pt>
    <dgm:pt modelId="{0F6F1FA2-675F-4F9B-9DDA-25D9DC15BE77}" type="pres">
      <dgm:prSet presAssocID="{43C6CE4D-21D1-4D6E-8BBB-C20C7971002B}" presName="compNode" presStyleCnt="0"/>
      <dgm:spPr/>
    </dgm:pt>
    <dgm:pt modelId="{8288E4D1-EF02-4B05-9EDC-2476526236DF}" type="pres">
      <dgm:prSet presAssocID="{43C6CE4D-21D1-4D6E-8BBB-C20C7971002B}" presName="iconBgRect" presStyleLbl="bgShp" presStyleIdx="3" presStyleCnt="4"/>
      <dgm:spPr/>
    </dgm:pt>
    <dgm:pt modelId="{E4E83DF8-A9D7-45BD-A135-91A05A77B257}" type="pres">
      <dgm:prSet presAssocID="{43C6CE4D-21D1-4D6E-8BBB-C20C7971002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80DF2CD9-4E83-4BA9-9FAC-E31C87EE3C8D}" type="pres">
      <dgm:prSet presAssocID="{43C6CE4D-21D1-4D6E-8BBB-C20C7971002B}" presName="spaceRect" presStyleCnt="0"/>
      <dgm:spPr/>
    </dgm:pt>
    <dgm:pt modelId="{9E8AE904-B7C1-457A-A581-F816E859C365}" type="pres">
      <dgm:prSet presAssocID="{43C6CE4D-21D1-4D6E-8BBB-C20C7971002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6E45721-B2EC-4986-AA1E-7CB82289F3DF}" type="presOf" srcId="{86717FD6-A389-4C33-8AB4-B1ADF71E1FB6}" destId="{3403CD0A-8C8D-4FE3-BE5E-1FBA5B4FDDE3}" srcOrd="0" destOrd="0" presId="urn:microsoft.com/office/officeart/2018/5/layout/IconCircleLabelList"/>
    <dgm:cxn modelId="{5BCB7D61-2111-45F6-99BD-9AFBCF7AA334}" type="presOf" srcId="{F41236C0-0566-46AC-9A84-5B8D879FC498}" destId="{EEA00B15-9F3C-42F1-835C-57BEDC98E98A}" srcOrd="0" destOrd="0" presId="urn:microsoft.com/office/officeart/2018/5/layout/IconCircleLabelList"/>
    <dgm:cxn modelId="{73A30172-E9CE-4DEC-92FC-67A906FF3C89}" type="presOf" srcId="{122CB87A-079B-45C9-AB7F-589F741AD529}" destId="{7823C493-E215-48B1-A648-BF189B4A2720}" srcOrd="0" destOrd="0" presId="urn:microsoft.com/office/officeart/2018/5/layout/IconCircleLabelList"/>
    <dgm:cxn modelId="{A8299356-983D-4C2B-8CF6-60B1311F8DE4}" type="presOf" srcId="{7A941C4D-66AE-404C-9C27-7594AA9408BA}" destId="{1F4F9B0A-B5C9-45FF-8171-9B028B271DDE}" srcOrd="0" destOrd="0" presId="urn:microsoft.com/office/officeart/2018/5/layout/IconCircleLabelList"/>
    <dgm:cxn modelId="{E5338481-4508-4D75-92F8-19C876AAE661}" type="presOf" srcId="{43C6CE4D-21D1-4D6E-8BBB-C20C7971002B}" destId="{9E8AE904-B7C1-457A-A581-F816E859C365}" srcOrd="0" destOrd="0" presId="urn:microsoft.com/office/officeart/2018/5/layout/IconCircleLabelList"/>
    <dgm:cxn modelId="{0E5D2283-4922-40B6-BF4E-D503C22E5396}" srcId="{7A941C4D-66AE-404C-9C27-7594AA9408BA}" destId="{43C6CE4D-21D1-4D6E-8BBB-C20C7971002B}" srcOrd="3" destOrd="0" parTransId="{C579CD07-060F-43D0-8453-F047F2C05E73}" sibTransId="{DE6BFDE6-3A1A-4A01-BB21-8546C8358753}"/>
    <dgm:cxn modelId="{6D6DAC86-12AF-441E-8707-6BC2B118EC02}" srcId="{7A941C4D-66AE-404C-9C27-7594AA9408BA}" destId="{86717FD6-A389-4C33-8AB4-B1ADF71E1FB6}" srcOrd="1" destOrd="0" parTransId="{9CBAF9CC-E1EA-4F5E-BD2F-BBEC6D62A614}" sibTransId="{D0E8A6B0-BF5B-48F6-B8C4-D082B8864346}"/>
    <dgm:cxn modelId="{6DE8D5C3-0016-40B9-8DA7-9BB9868D7F3B}" srcId="{7A941C4D-66AE-404C-9C27-7594AA9408BA}" destId="{122CB87A-079B-45C9-AB7F-589F741AD529}" srcOrd="0" destOrd="0" parTransId="{77A38646-83DA-460F-8392-F86EFF3670C7}" sibTransId="{DEA74DBB-C676-4405-B847-AA5E314360FB}"/>
    <dgm:cxn modelId="{B79D17F1-A44A-45F5-A38A-FA5A766A7417}" srcId="{7A941C4D-66AE-404C-9C27-7594AA9408BA}" destId="{F41236C0-0566-46AC-9A84-5B8D879FC498}" srcOrd="2" destOrd="0" parTransId="{6D0ED84C-B468-47E0-AFB7-58CEF8CC3495}" sibTransId="{2C73C385-00A1-4A7C-84C5-D053C4FBC398}"/>
    <dgm:cxn modelId="{749006C4-B628-4259-9D79-228F7F766A4B}" type="presParOf" srcId="{1F4F9B0A-B5C9-45FF-8171-9B028B271DDE}" destId="{FCD89056-492C-4679-AFEB-FAA11177B494}" srcOrd="0" destOrd="0" presId="urn:microsoft.com/office/officeart/2018/5/layout/IconCircleLabelList"/>
    <dgm:cxn modelId="{B0F914B7-F30B-45C7-9C55-CFB70096DEC3}" type="presParOf" srcId="{FCD89056-492C-4679-AFEB-FAA11177B494}" destId="{69E41115-784F-4B68-9DAC-7D3EBA5C91EA}" srcOrd="0" destOrd="0" presId="urn:microsoft.com/office/officeart/2018/5/layout/IconCircleLabelList"/>
    <dgm:cxn modelId="{245F92E9-392C-40C2-BE53-851615D0AA58}" type="presParOf" srcId="{FCD89056-492C-4679-AFEB-FAA11177B494}" destId="{CD5E2702-C49E-4AF4-B3AF-F6F6C328F4F2}" srcOrd="1" destOrd="0" presId="urn:microsoft.com/office/officeart/2018/5/layout/IconCircleLabelList"/>
    <dgm:cxn modelId="{FE3A9AA8-7ACB-4C18-BF6E-CDCC7BC9378A}" type="presParOf" srcId="{FCD89056-492C-4679-AFEB-FAA11177B494}" destId="{5068D4F7-D139-4B9A-B9F9-37D11A80A052}" srcOrd="2" destOrd="0" presId="urn:microsoft.com/office/officeart/2018/5/layout/IconCircleLabelList"/>
    <dgm:cxn modelId="{1E6816C4-3314-4C4F-B7E9-1492C7B40156}" type="presParOf" srcId="{FCD89056-492C-4679-AFEB-FAA11177B494}" destId="{7823C493-E215-48B1-A648-BF189B4A2720}" srcOrd="3" destOrd="0" presId="urn:microsoft.com/office/officeart/2018/5/layout/IconCircleLabelList"/>
    <dgm:cxn modelId="{FBB2B1ED-D368-4E14-B663-13355B24C321}" type="presParOf" srcId="{1F4F9B0A-B5C9-45FF-8171-9B028B271DDE}" destId="{F65F358D-514B-4F57-844B-790BDDDDB912}" srcOrd="1" destOrd="0" presId="urn:microsoft.com/office/officeart/2018/5/layout/IconCircleLabelList"/>
    <dgm:cxn modelId="{4FC0F7A7-3161-466A-97DE-3300108B6F86}" type="presParOf" srcId="{1F4F9B0A-B5C9-45FF-8171-9B028B271DDE}" destId="{CC90847E-CA80-4908-90C6-AB6A135B7C53}" srcOrd="2" destOrd="0" presId="urn:microsoft.com/office/officeart/2018/5/layout/IconCircleLabelList"/>
    <dgm:cxn modelId="{DF9A78F3-E99C-4653-A013-E59AF14DE275}" type="presParOf" srcId="{CC90847E-CA80-4908-90C6-AB6A135B7C53}" destId="{41F90655-74AC-4207-A6AA-11006636A865}" srcOrd="0" destOrd="0" presId="urn:microsoft.com/office/officeart/2018/5/layout/IconCircleLabelList"/>
    <dgm:cxn modelId="{3F405982-323A-45D1-BF56-1D459B2ABB5F}" type="presParOf" srcId="{CC90847E-CA80-4908-90C6-AB6A135B7C53}" destId="{6B855ED7-EEEA-4A0F-94C0-38E9B506A9CF}" srcOrd="1" destOrd="0" presId="urn:microsoft.com/office/officeart/2018/5/layout/IconCircleLabelList"/>
    <dgm:cxn modelId="{948051AF-8803-4FA6-8517-97DA803BB460}" type="presParOf" srcId="{CC90847E-CA80-4908-90C6-AB6A135B7C53}" destId="{7C44EC95-BB95-45A6-AE05-F26374F4A0DA}" srcOrd="2" destOrd="0" presId="urn:microsoft.com/office/officeart/2018/5/layout/IconCircleLabelList"/>
    <dgm:cxn modelId="{2EC6E2C7-D5CC-4021-99CE-9747EE12CE47}" type="presParOf" srcId="{CC90847E-CA80-4908-90C6-AB6A135B7C53}" destId="{3403CD0A-8C8D-4FE3-BE5E-1FBA5B4FDDE3}" srcOrd="3" destOrd="0" presId="urn:microsoft.com/office/officeart/2018/5/layout/IconCircleLabelList"/>
    <dgm:cxn modelId="{966A9DE6-47A7-492F-AC90-4EFA1F8B78C1}" type="presParOf" srcId="{1F4F9B0A-B5C9-45FF-8171-9B028B271DDE}" destId="{4C4E09DE-0AE8-4C7F-B235-54A67F21D96B}" srcOrd="3" destOrd="0" presId="urn:microsoft.com/office/officeart/2018/5/layout/IconCircleLabelList"/>
    <dgm:cxn modelId="{F1B4DBDC-3030-4DF9-AFE6-38FEFF61F056}" type="presParOf" srcId="{1F4F9B0A-B5C9-45FF-8171-9B028B271DDE}" destId="{1B43BF82-3587-4822-96E4-82F34466A1AD}" srcOrd="4" destOrd="0" presId="urn:microsoft.com/office/officeart/2018/5/layout/IconCircleLabelList"/>
    <dgm:cxn modelId="{8BD959D2-42DB-4367-84A8-10EF20CC0F25}" type="presParOf" srcId="{1B43BF82-3587-4822-96E4-82F34466A1AD}" destId="{BA464C1F-1612-4F78-8BFA-BC7800B53387}" srcOrd="0" destOrd="0" presId="urn:microsoft.com/office/officeart/2018/5/layout/IconCircleLabelList"/>
    <dgm:cxn modelId="{ED94B7D5-2051-4A7E-A79E-F98289A46C60}" type="presParOf" srcId="{1B43BF82-3587-4822-96E4-82F34466A1AD}" destId="{2475C2ED-68AF-4D68-8A86-EBB4D62BF626}" srcOrd="1" destOrd="0" presId="urn:microsoft.com/office/officeart/2018/5/layout/IconCircleLabelList"/>
    <dgm:cxn modelId="{F548258D-2FBB-42B3-8481-5EF038955A55}" type="presParOf" srcId="{1B43BF82-3587-4822-96E4-82F34466A1AD}" destId="{6C3D2249-B40B-4C84-9816-14E9DE958EE1}" srcOrd="2" destOrd="0" presId="urn:microsoft.com/office/officeart/2018/5/layout/IconCircleLabelList"/>
    <dgm:cxn modelId="{E207B754-EAD5-4F98-920C-5810571A2B54}" type="presParOf" srcId="{1B43BF82-3587-4822-96E4-82F34466A1AD}" destId="{EEA00B15-9F3C-42F1-835C-57BEDC98E98A}" srcOrd="3" destOrd="0" presId="urn:microsoft.com/office/officeart/2018/5/layout/IconCircleLabelList"/>
    <dgm:cxn modelId="{6B55A7A4-A585-4378-A8A6-AE801DE89C3D}" type="presParOf" srcId="{1F4F9B0A-B5C9-45FF-8171-9B028B271DDE}" destId="{0D0BF5B0-287B-44BA-8555-F969BCA09F9E}" srcOrd="5" destOrd="0" presId="urn:microsoft.com/office/officeart/2018/5/layout/IconCircleLabelList"/>
    <dgm:cxn modelId="{E27E6D96-0DF1-4669-9E2D-ED2E4D2B8B42}" type="presParOf" srcId="{1F4F9B0A-B5C9-45FF-8171-9B028B271DDE}" destId="{0F6F1FA2-675F-4F9B-9DDA-25D9DC15BE77}" srcOrd="6" destOrd="0" presId="urn:microsoft.com/office/officeart/2018/5/layout/IconCircleLabelList"/>
    <dgm:cxn modelId="{7F1B1D65-2814-4DD0-BCA6-C5A45A5BFA00}" type="presParOf" srcId="{0F6F1FA2-675F-4F9B-9DDA-25D9DC15BE77}" destId="{8288E4D1-EF02-4B05-9EDC-2476526236DF}" srcOrd="0" destOrd="0" presId="urn:microsoft.com/office/officeart/2018/5/layout/IconCircleLabelList"/>
    <dgm:cxn modelId="{4AB82A27-C501-4B82-893B-FB7C7EC0160D}" type="presParOf" srcId="{0F6F1FA2-675F-4F9B-9DDA-25D9DC15BE77}" destId="{E4E83DF8-A9D7-45BD-A135-91A05A77B257}" srcOrd="1" destOrd="0" presId="urn:microsoft.com/office/officeart/2018/5/layout/IconCircleLabelList"/>
    <dgm:cxn modelId="{EEC3F757-69C1-4E76-B4A3-16BD78B9BAD6}" type="presParOf" srcId="{0F6F1FA2-675F-4F9B-9DDA-25D9DC15BE77}" destId="{80DF2CD9-4E83-4BA9-9FAC-E31C87EE3C8D}" srcOrd="2" destOrd="0" presId="urn:microsoft.com/office/officeart/2018/5/layout/IconCircleLabelList"/>
    <dgm:cxn modelId="{109D2435-EB8D-45F9-A7AD-EF1ABA687910}" type="presParOf" srcId="{0F6F1FA2-675F-4F9B-9DDA-25D9DC15BE77}" destId="{9E8AE904-B7C1-457A-A581-F816E859C36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BF0790F-35CB-4940-BB12-3EBA0F1B74D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325DCE56-498A-4F80-81C8-363BA2AE47EE}">
      <dgm:prSet/>
      <dgm:spPr/>
      <dgm:t>
        <a:bodyPr/>
        <a:lstStyle/>
        <a:p>
          <a:r>
            <a:rPr lang="en-US"/>
            <a:t>• Technical specifications drive pricing</a:t>
          </a:r>
        </a:p>
      </dgm:t>
    </dgm:pt>
    <dgm:pt modelId="{C31C36BB-E144-49CA-B3AA-C1A77F8A5BDA}" type="parTrans" cxnId="{7F988B46-A4EA-4D75-889E-09AFED0E2D90}">
      <dgm:prSet/>
      <dgm:spPr/>
      <dgm:t>
        <a:bodyPr/>
        <a:lstStyle/>
        <a:p>
          <a:endParaRPr lang="en-US"/>
        </a:p>
      </dgm:t>
    </dgm:pt>
    <dgm:pt modelId="{074247B1-0E19-425F-9809-7436C638F72B}" type="sibTrans" cxnId="{7F988B46-A4EA-4D75-889E-09AFED0E2D90}">
      <dgm:prSet/>
      <dgm:spPr/>
      <dgm:t>
        <a:bodyPr/>
        <a:lstStyle/>
        <a:p>
          <a:endParaRPr lang="en-US"/>
        </a:p>
      </dgm:t>
    </dgm:pt>
    <dgm:pt modelId="{1777B6F3-48CE-4E24-9C55-6760715C6FCC}">
      <dgm:prSet/>
      <dgm:spPr/>
      <dgm:t>
        <a:bodyPr/>
        <a:lstStyle/>
        <a:p>
          <a:r>
            <a:rPr lang="en-US"/>
            <a:t>• Higher RAM &amp; Processor increase price significantly</a:t>
          </a:r>
        </a:p>
      </dgm:t>
    </dgm:pt>
    <dgm:pt modelId="{04B0E7FD-86EB-4BF8-8D27-488145BF63DF}" type="parTrans" cxnId="{64382F8E-B41D-4C74-9DA1-F44564429875}">
      <dgm:prSet/>
      <dgm:spPr/>
      <dgm:t>
        <a:bodyPr/>
        <a:lstStyle/>
        <a:p>
          <a:endParaRPr lang="en-US"/>
        </a:p>
      </dgm:t>
    </dgm:pt>
    <dgm:pt modelId="{357FF7D0-8971-41E2-9450-2FD4176E945D}" type="sibTrans" cxnId="{64382F8E-B41D-4C74-9DA1-F44564429875}">
      <dgm:prSet/>
      <dgm:spPr/>
      <dgm:t>
        <a:bodyPr/>
        <a:lstStyle/>
        <a:p>
          <a:endParaRPr lang="en-US"/>
        </a:p>
      </dgm:t>
    </dgm:pt>
    <dgm:pt modelId="{5EA2382E-088E-4C73-98BE-1E7DBCB68D36}">
      <dgm:prSet/>
      <dgm:spPr/>
      <dgm:t>
        <a:bodyPr/>
        <a:lstStyle/>
        <a:p>
          <a:r>
            <a:rPr lang="en-US"/>
            <a:t>• Camera improvements increase premium pricing</a:t>
          </a:r>
        </a:p>
      </dgm:t>
    </dgm:pt>
    <dgm:pt modelId="{345A16FD-C6B0-45A2-A224-826A0735459D}" type="parTrans" cxnId="{4AA1E673-8047-4822-80D5-0BA58561FA52}">
      <dgm:prSet/>
      <dgm:spPr/>
      <dgm:t>
        <a:bodyPr/>
        <a:lstStyle/>
        <a:p>
          <a:endParaRPr lang="en-US"/>
        </a:p>
      </dgm:t>
    </dgm:pt>
    <dgm:pt modelId="{34022AB7-34F9-42E9-A26F-474A8B7FA0DF}" type="sibTrans" cxnId="{4AA1E673-8047-4822-80D5-0BA58561FA52}">
      <dgm:prSet/>
      <dgm:spPr/>
      <dgm:t>
        <a:bodyPr/>
        <a:lstStyle/>
        <a:p>
          <a:endParaRPr lang="en-US"/>
        </a:p>
      </dgm:t>
    </dgm:pt>
    <dgm:pt modelId="{821DD361-53C4-4F4A-8F04-1FA7A11768E1}">
      <dgm:prSet/>
      <dgm:spPr/>
      <dgm:t>
        <a:bodyPr/>
        <a:lstStyle/>
        <a:p>
          <a:r>
            <a:rPr lang="en-US"/>
            <a:t>• Cosmetic features have minimal impact</a:t>
          </a:r>
        </a:p>
      </dgm:t>
    </dgm:pt>
    <dgm:pt modelId="{3F8D09C2-BB98-467D-97F5-DA9A0EB86E41}" type="parTrans" cxnId="{99C7E73E-B7DC-4024-B2BF-45F44BBC908D}">
      <dgm:prSet/>
      <dgm:spPr/>
      <dgm:t>
        <a:bodyPr/>
        <a:lstStyle/>
        <a:p>
          <a:endParaRPr lang="en-US"/>
        </a:p>
      </dgm:t>
    </dgm:pt>
    <dgm:pt modelId="{91040E63-5BD8-4240-8A7F-C55BF6715B81}" type="sibTrans" cxnId="{99C7E73E-B7DC-4024-B2BF-45F44BBC908D}">
      <dgm:prSet/>
      <dgm:spPr/>
      <dgm:t>
        <a:bodyPr/>
        <a:lstStyle/>
        <a:p>
          <a:endParaRPr lang="en-US"/>
        </a:p>
      </dgm:t>
    </dgm:pt>
    <dgm:pt modelId="{52404959-A8BF-4B23-81A3-ED49BDC02558}" type="pres">
      <dgm:prSet presAssocID="{1BF0790F-35CB-4940-BB12-3EBA0F1B74D7}" presName="root" presStyleCnt="0">
        <dgm:presLayoutVars>
          <dgm:dir/>
          <dgm:resizeHandles val="exact"/>
        </dgm:presLayoutVars>
      </dgm:prSet>
      <dgm:spPr/>
    </dgm:pt>
    <dgm:pt modelId="{A8F15C4C-397C-4515-ADD2-49785567C430}" type="pres">
      <dgm:prSet presAssocID="{325DCE56-498A-4F80-81C8-363BA2AE47EE}" presName="compNode" presStyleCnt="0"/>
      <dgm:spPr/>
    </dgm:pt>
    <dgm:pt modelId="{B8B134FF-3A9A-453C-8BFB-1052FF13E389}" type="pres">
      <dgm:prSet presAssocID="{325DCE56-498A-4F80-81C8-363BA2AE47E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2FE94DF-3B8D-4D98-81FB-37ABA8E79688}" type="pres">
      <dgm:prSet presAssocID="{325DCE56-498A-4F80-81C8-363BA2AE47EE}" presName="spaceRect" presStyleCnt="0"/>
      <dgm:spPr/>
    </dgm:pt>
    <dgm:pt modelId="{665B546C-5328-4AE1-A9D8-1ACD14F51CA4}" type="pres">
      <dgm:prSet presAssocID="{325DCE56-498A-4F80-81C8-363BA2AE47EE}" presName="textRect" presStyleLbl="revTx" presStyleIdx="0" presStyleCnt="4">
        <dgm:presLayoutVars>
          <dgm:chMax val="1"/>
          <dgm:chPref val="1"/>
        </dgm:presLayoutVars>
      </dgm:prSet>
      <dgm:spPr/>
    </dgm:pt>
    <dgm:pt modelId="{ADCA4E58-3A64-4526-B9D1-A9CC0E1B3149}" type="pres">
      <dgm:prSet presAssocID="{074247B1-0E19-425F-9809-7436C638F72B}" presName="sibTrans" presStyleCnt="0"/>
      <dgm:spPr/>
    </dgm:pt>
    <dgm:pt modelId="{FB1201BB-4312-48A8-ACED-7F13649D907D}" type="pres">
      <dgm:prSet presAssocID="{1777B6F3-48CE-4E24-9C55-6760715C6FCC}" presName="compNode" presStyleCnt="0"/>
      <dgm:spPr/>
    </dgm:pt>
    <dgm:pt modelId="{FCA3A4B4-EC6D-4B6B-B6B1-D9FB19EB9EA3}" type="pres">
      <dgm:prSet presAssocID="{1777B6F3-48CE-4E24-9C55-6760715C6FC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3DA7922D-D908-4A64-8EEB-14278018D062}" type="pres">
      <dgm:prSet presAssocID="{1777B6F3-48CE-4E24-9C55-6760715C6FCC}" presName="spaceRect" presStyleCnt="0"/>
      <dgm:spPr/>
    </dgm:pt>
    <dgm:pt modelId="{51305058-721A-4A66-886B-728C2755F9CB}" type="pres">
      <dgm:prSet presAssocID="{1777B6F3-48CE-4E24-9C55-6760715C6FCC}" presName="textRect" presStyleLbl="revTx" presStyleIdx="1" presStyleCnt="4">
        <dgm:presLayoutVars>
          <dgm:chMax val="1"/>
          <dgm:chPref val="1"/>
        </dgm:presLayoutVars>
      </dgm:prSet>
      <dgm:spPr/>
    </dgm:pt>
    <dgm:pt modelId="{2FC3A0BF-CA91-41EA-983F-07BE2D9BBA74}" type="pres">
      <dgm:prSet presAssocID="{357FF7D0-8971-41E2-9450-2FD4176E945D}" presName="sibTrans" presStyleCnt="0"/>
      <dgm:spPr/>
    </dgm:pt>
    <dgm:pt modelId="{B2D58482-49D2-4669-BDA8-8FADE8DE59B3}" type="pres">
      <dgm:prSet presAssocID="{5EA2382E-088E-4C73-98BE-1E7DBCB68D36}" presName="compNode" presStyleCnt="0"/>
      <dgm:spPr/>
    </dgm:pt>
    <dgm:pt modelId="{A664A7D7-D104-41E9-B44B-017FC0B1CC72}" type="pres">
      <dgm:prSet presAssocID="{5EA2382E-088E-4C73-98BE-1E7DBCB68D3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30AE6ADA-B887-4F7A-9AE3-725100E0EFCA}" type="pres">
      <dgm:prSet presAssocID="{5EA2382E-088E-4C73-98BE-1E7DBCB68D36}" presName="spaceRect" presStyleCnt="0"/>
      <dgm:spPr/>
    </dgm:pt>
    <dgm:pt modelId="{F63E19B9-B16A-41D2-A158-289BF47EA88A}" type="pres">
      <dgm:prSet presAssocID="{5EA2382E-088E-4C73-98BE-1E7DBCB68D36}" presName="textRect" presStyleLbl="revTx" presStyleIdx="2" presStyleCnt="4">
        <dgm:presLayoutVars>
          <dgm:chMax val="1"/>
          <dgm:chPref val="1"/>
        </dgm:presLayoutVars>
      </dgm:prSet>
      <dgm:spPr/>
    </dgm:pt>
    <dgm:pt modelId="{76B5B20D-761D-451C-927B-8ECB066D7F4E}" type="pres">
      <dgm:prSet presAssocID="{34022AB7-34F9-42E9-A26F-474A8B7FA0DF}" presName="sibTrans" presStyleCnt="0"/>
      <dgm:spPr/>
    </dgm:pt>
    <dgm:pt modelId="{C8E9C79F-BFEB-4523-BD27-904E40E95736}" type="pres">
      <dgm:prSet presAssocID="{821DD361-53C4-4F4A-8F04-1FA7A11768E1}" presName="compNode" presStyleCnt="0"/>
      <dgm:spPr/>
    </dgm:pt>
    <dgm:pt modelId="{5CF47E28-06C0-40A8-A35D-7256649EB30B}" type="pres">
      <dgm:prSet presAssocID="{821DD361-53C4-4F4A-8F04-1FA7A11768E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b"/>
        </a:ext>
      </dgm:extLst>
    </dgm:pt>
    <dgm:pt modelId="{E779B66E-1FC5-47E9-B260-4BDFC1C56C9B}" type="pres">
      <dgm:prSet presAssocID="{821DD361-53C4-4F4A-8F04-1FA7A11768E1}" presName="spaceRect" presStyleCnt="0"/>
      <dgm:spPr/>
    </dgm:pt>
    <dgm:pt modelId="{CBC6ADB7-47FC-4352-ABB1-3A6605CB95F8}" type="pres">
      <dgm:prSet presAssocID="{821DD361-53C4-4F4A-8F04-1FA7A11768E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952CE2B-B6C4-4470-A830-A82EDCBCD9A8}" type="presOf" srcId="{1777B6F3-48CE-4E24-9C55-6760715C6FCC}" destId="{51305058-721A-4A66-886B-728C2755F9CB}" srcOrd="0" destOrd="0" presId="urn:microsoft.com/office/officeart/2018/2/layout/IconLabelList"/>
    <dgm:cxn modelId="{6F312531-68C4-4DD6-A224-69884DB71137}" type="presOf" srcId="{325DCE56-498A-4F80-81C8-363BA2AE47EE}" destId="{665B546C-5328-4AE1-A9D8-1ACD14F51CA4}" srcOrd="0" destOrd="0" presId="urn:microsoft.com/office/officeart/2018/2/layout/IconLabelList"/>
    <dgm:cxn modelId="{99C7E73E-B7DC-4024-B2BF-45F44BBC908D}" srcId="{1BF0790F-35CB-4940-BB12-3EBA0F1B74D7}" destId="{821DD361-53C4-4F4A-8F04-1FA7A11768E1}" srcOrd="3" destOrd="0" parTransId="{3F8D09C2-BB98-467D-97F5-DA9A0EB86E41}" sibTransId="{91040E63-5BD8-4240-8A7F-C55BF6715B81}"/>
    <dgm:cxn modelId="{7F988B46-A4EA-4D75-889E-09AFED0E2D90}" srcId="{1BF0790F-35CB-4940-BB12-3EBA0F1B74D7}" destId="{325DCE56-498A-4F80-81C8-363BA2AE47EE}" srcOrd="0" destOrd="0" parTransId="{C31C36BB-E144-49CA-B3AA-C1A77F8A5BDA}" sibTransId="{074247B1-0E19-425F-9809-7436C638F72B}"/>
    <dgm:cxn modelId="{D279D16B-CA32-4AD5-A63B-3B2FE529C18B}" type="presOf" srcId="{1BF0790F-35CB-4940-BB12-3EBA0F1B74D7}" destId="{52404959-A8BF-4B23-81A3-ED49BDC02558}" srcOrd="0" destOrd="0" presId="urn:microsoft.com/office/officeart/2018/2/layout/IconLabelList"/>
    <dgm:cxn modelId="{71776C4F-186D-47D2-9E9E-517F603B91F3}" type="presOf" srcId="{5EA2382E-088E-4C73-98BE-1E7DBCB68D36}" destId="{F63E19B9-B16A-41D2-A158-289BF47EA88A}" srcOrd="0" destOrd="0" presId="urn:microsoft.com/office/officeart/2018/2/layout/IconLabelList"/>
    <dgm:cxn modelId="{4AA1E673-8047-4822-80D5-0BA58561FA52}" srcId="{1BF0790F-35CB-4940-BB12-3EBA0F1B74D7}" destId="{5EA2382E-088E-4C73-98BE-1E7DBCB68D36}" srcOrd="2" destOrd="0" parTransId="{345A16FD-C6B0-45A2-A224-826A0735459D}" sibTransId="{34022AB7-34F9-42E9-A26F-474A8B7FA0DF}"/>
    <dgm:cxn modelId="{64382F8E-B41D-4C74-9DA1-F44564429875}" srcId="{1BF0790F-35CB-4940-BB12-3EBA0F1B74D7}" destId="{1777B6F3-48CE-4E24-9C55-6760715C6FCC}" srcOrd="1" destOrd="0" parTransId="{04B0E7FD-86EB-4BF8-8D27-488145BF63DF}" sibTransId="{357FF7D0-8971-41E2-9450-2FD4176E945D}"/>
    <dgm:cxn modelId="{CE7115BA-B381-4607-A4B1-F36DE6169D9B}" type="presOf" srcId="{821DD361-53C4-4F4A-8F04-1FA7A11768E1}" destId="{CBC6ADB7-47FC-4352-ABB1-3A6605CB95F8}" srcOrd="0" destOrd="0" presId="urn:microsoft.com/office/officeart/2018/2/layout/IconLabelList"/>
    <dgm:cxn modelId="{71C8AADA-2F86-49C2-AE2D-A75691059F6C}" type="presParOf" srcId="{52404959-A8BF-4B23-81A3-ED49BDC02558}" destId="{A8F15C4C-397C-4515-ADD2-49785567C430}" srcOrd="0" destOrd="0" presId="urn:microsoft.com/office/officeart/2018/2/layout/IconLabelList"/>
    <dgm:cxn modelId="{A7ADEE6A-78B1-4E8A-BED0-3F3065D2AB58}" type="presParOf" srcId="{A8F15C4C-397C-4515-ADD2-49785567C430}" destId="{B8B134FF-3A9A-453C-8BFB-1052FF13E389}" srcOrd="0" destOrd="0" presId="urn:microsoft.com/office/officeart/2018/2/layout/IconLabelList"/>
    <dgm:cxn modelId="{A8841F45-72F3-42B2-823D-73C29597AD99}" type="presParOf" srcId="{A8F15C4C-397C-4515-ADD2-49785567C430}" destId="{E2FE94DF-3B8D-4D98-81FB-37ABA8E79688}" srcOrd="1" destOrd="0" presId="urn:microsoft.com/office/officeart/2018/2/layout/IconLabelList"/>
    <dgm:cxn modelId="{7747D97A-D4CE-480F-A8D6-38070A611711}" type="presParOf" srcId="{A8F15C4C-397C-4515-ADD2-49785567C430}" destId="{665B546C-5328-4AE1-A9D8-1ACD14F51CA4}" srcOrd="2" destOrd="0" presId="urn:microsoft.com/office/officeart/2018/2/layout/IconLabelList"/>
    <dgm:cxn modelId="{E6AA36EA-4F6D-498E-88CA-C8D914A79B0D}" type="presParOf" srcId="{52404959-A8BF-4B23-81A3-ED49BDC02558}" destId="{ADCA4E58-3A64-4526-B9D1-A9CC0E1B3149}" srcOrd="1" destOrd="0" presId="urn:microsoft.com/office/officeart/2018/2/layout/IconLabelList"/>
    <dgm:cxn modelId="{41003B1A-AA34-4239-9A48-C1A550898CCC}" type="presParOf" srcId="{52404959-A8BF-4B23-81A3-ED49BDC02558}" destId="{FB1201BB-4312-48A8-ACED-7F13649D907D}" srcOrd="2" destOrd="0" presId="urn:microsoft.com/office/officeart/2018/2/layout/IconLabelList"/>
    <dgm:cxn modelId="{26CCE620-5F4F-4E77-B884-5E655BC3E0F6}" type="presParOf" srcId="{FB1201BB-4312-48A8-ACED-7F13649D907D}" destId="{FCA3A4B4-EC6D-4B6B-B6B1-D9FB19EB9EA3}" srcOrd="0" destOrd="0" presId="urn:microsoft.com/office/officeart/2018/2/layout/IconLabelList"/>
    <dgm:cxn modelId="{EB2B110B-E613-45C1-B091-A204344B7E4B}" type="presParOf" srcId="{FB1201BB-4312-48A8-ACED-7F13649D907D}" destId="{3DA7922D-D908-4A64-8EEB-14278018D062}" srcOrd="1" destOrd="0" presId="urn:microsoft.com/office/officeart/2018/2/layout/IconLabelList"/>
    <dgm:cxn modelId="{BA85D446-6EC3-476E-A592-39EFD7700CE7}" type="presParOf" srcId="{FB1201BB-4312-48A8-ACED-7F13649D907D}" destId="{51305058-721A-4A66-886B-728C2755F9CB}" srcOrd="2" destOrd="0" presId="urn:microsoft.com/office/officeart/2018/2/layout/IconLabelList"/>
    <dgm:cxn modelId="{721ED821-0AB8-49AA-B34E-47EED4776777}" type="presParOf" srcId="{52404959-A8BF-4B23-81A3-ED49BDC02558}" destId="{2FC3A0BF-CA91-41EA-983F-07BE2D9BBA74}" srcOrd="3" destOrd="0" presId="urn:microsoft.com/office/officeart/2018/2/layout/IconLabelList"/>
    <dgm:cxn modelId="{0D3A1337-19B9-481A-85BF-054AD3C41521}" type="presParOf" srcId="{52404959-A8BF-4B23-81A3-ED49BDC02558}" destId="{B2D58482-49D2-4669-BDA8-8FADE8DE59B3}" srcOrd="4" destOrd="0" presId="urn:microsoft.com/office/officeart/2018/2/layout/IconLabelList"/>
    <dgm:cxn modelId="{DEB39028-7DCE-4DA9-9E62-04ECD27742FE}" type="presParOf" srcId="{B2D58482-49D2-4669-BDA8-8FADE8DE59B3}" destId="{A664A7D7-D104-41E9-B44B-017FC0B1CC72}" srcOrd="0" destOrd="0" presId="urn:microsoft.com/office/officeart/2018/2/layout/IconLabelList"/>
    <dgm:cxn modelId="{942AB6A8-83D6-4B36-BF54-61FFC808F1F5}" type="presParOf" srcId="{B2D58482-49D2-4669-BDA8-8FADE8DE59B3}" destId="{30AE6ADA-B887-4F7A-9AE3-725100E0EFCA}" srcOrd="1" destOrd="0" presId="urn:microsoft.com/office/officeart/2018/2/layout/IconLabelList"/>
    <dgm:cxn modelId="{C95EE533-BFA5-4F75-AF0C-A2C04122D9A6}" type="presParOf" srcId="{B2D58482-49D2-4669-BDA8-8FADE8DE59B3}" destId="{F63E19B9-B16A-41D2-A158-289BF47EA88A}" srcOrd="2" destOrd="0" presId="urn:microsoft.com/office/officeart/2018/2/layout/IconLabelList"/>
    <dgm:cxn modelId="{42E4E415-E9BB-4422-A385-9A0DFB6C6226}" type="presParOf" srcId="{52404959-A8BF-4B23-81A3-ED49BDC02558}" destId="{76B5B20D-761D-451C-927B-8ECB066D7F4E}" srcOrd="5" destOrd="0" presId="urn:microsoft.com/office/officeart/2018/2/layout/IconLabelList"/>
    <dgm:cxn modelId="{5E86359F-27F7-447C-8423-F8BB729429B7}" type="presParOf" srcId="{52404959-A8BF-4B23-81A3-ED49BDC02558}" destId="{C8E9C79F-BFEB-4523-BD27-904E40E95736}" srcOrd="6" destOrd="0" presId="urn:microsoft.com/office/officeart/2018/2/layout/IconLabelList"/>
    <dgm:cxn modelId="{80E7AC97-5401-43E7-8293-758A15E84F4F}" type="presParOf" srcId="{C8E9C79F-BFEB-4523-BD27-904E40E95736}" destId="{5CF47E28-06C0-40A8-A35D-7256649EB30B}" srcOrd="0" destOrd="0" presId="urn:microsoft.com/office/officeart/2018/2/layout/IconLabelList"/>
    <dgm:cxn modelId="{2BE42DD4-15F2-4EE4-BFA9-74BCD589964C}" type="presParOf" srcId="{C8E9C79F-BFEB-4523-BD27-904E40E95736}" destId="{E779B66E-1FC5-47E9-B260-4BDFC1C56C9B}" srcOrd="1" destOrd="0" presId="urn:microsoft.com/office/officeart/2018/2/layout/IconLabelList"/>
    <dgm:cxn modelId="{C4078134-81D1-4E0A-AEE6-7520AEC65B19}" type="presParOf" srcId="{C8E9C79F-BFEB-4523-BD27-904E40E95736}" destId="{CBC6ADB7-47FC-4352-ABB1-3A6605CB95F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DD28304-0BD4-4503-8C40-9F502568C11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7FE2A3A9-87C4-484B-86DD-1373097E0F57}">
      <dgm:prSet/>
      <dgm:spPr/>
      <dgm:t>
        <a:bodyPr/>
        <a:lstStyle/>
        <a:p>
          <a:r>
            <a:rPr lang="en-US"/>
            <a:t>• Focus pricing strategy on RAM &amp; Processor</a:t>
          </a:r>
        </a:p>
      </dgm:t>
    </dgm:pt>
    <dgm:pt modelId="{60358FF4-158F-404B-8D59-1F7C642F6CC6}" type="parTrans" cxnId="{D971D6D5-1C81-45B5-A000-776AA84B010D}">
      <dgm:prSet/>
      <dgm:spPr/>
      <dgm:t>
        <a:bodyPr/>
        <a:lstStyle/>
        <a:p>
          <a:endParaRPr lang="en-US"/>
        </a:p>
      </dgm:t>
    </dgm:pt>
    <dgm:pt modelId="{90920E9C-DD4E-4280-B6CE-00AF48D8F628}" type="sibTrans" cxnId="{D971D6D5-1C81-45B5-A000-776AA84B010D}">
      <dgm:prSet/>
      <dgm:spPr/>
      <dgm:t>
        <a:bodyPr/>
        <a:lstStyle/>
        <a:p>
          <a:endParaRPr lang="en-US"/>
        </a:p>
      </dgm:t>
    </dgm:pt>
    <dgm:pt modelId="{6422DD8A-CAC4-47A5-BA86-AA369F70B0AE}">
      <dgm:prSet/>
      <dgm:spPr/>
      <dgm:t>
        <a:bodyPr/>
        <a:lstStyle/>
        <a:p>
          <a:r>
            <a:rPr lang="en-US"/>
            <a:t>• Promote high camera specs for premium segment</a:t>
          </a:r>
        </a:p>
      </dgm:t>
    </dgm:pt>
    <dgm:pt modelId="{E17C1300-99FA-4C43-B22F-BDD500E2F25B}" type="parTrans" cxnId="{02ABBB4C-73A0-49C0-A9C8-A0F03CF598BE}">
      <dgm:prSet/>
      <dgm:spPr/>
      <dgm:t>
        <a:bodyPr/>
        <a:lstStyle/>
        <a:p>
          <a:endParaRPr lang="en-US"/>
        </a:p>
      </dgm:t>
    </dgm:pt>
    <dgm:pt modelId="{F372E0DC-FA27-4D21-84CE-920A23A84187}" type="sibTrans" cxnId="{02ABBB4C-73A0-49C0-A9C8-A0F03CF598BE}">
      <dgm:prSet/>
      <dgm:spPr/>
      <dgm:t>
        <a:bodyPr/>
        <a:lstStyle/>
        <a:p>
          <a:endParaRPr lang="en-US"/>
        </a:p>
      </dgm:t>
    </dgm:pt>
    <dgm:pt modelId="{0C294364-5A49-4C1D-9182-C363E24D2BD0}">
      <dgm:prSet/>
      <dgm:spPr/>
      <dgm:t>
        <a:bodyPr/>
        <a:lstStyle/>
        <a:p>
          <a:r>
            <a:rPr lang="en-US"/>
            <a:t>• Battery capacity as supporting feature</a:t>
          </a:r>
        </a:p>
      </dgm:t>
    </dgm:pt>
    <dgm:pt modelId="{01A205A9-21D0-46E2-B5C3-2779D9D4EF72}" type="parTrans" cxnId="{5D59ECF0-B314-4280-9FE4-A5A9A097C3E0}">
      <dgm:prSet/>
      <dgm:spPr/>
      <dgm:t>
        <a:bodyPr/>
        <a:lstStyle/>
        <a:p>
          <a:endParaRPr lang="en-US"/>
        </a:p>
      </dgm:t>
    </dgm:pt>
    <dgm:pt modelId="{39AC5441-65F9-47D8-9B89-0CBC59B25BE3}" type="sibTrans" cxnId="{5D59ECF0-B314-4280-9FE4-A5A9A097C3E0}">
      <dgm:prSet/>
      <dgm:spPr/>
      <dgm:t>
        <a:bodyPr/>
        <a:lstStyle/>
        <a:p>
          <a:endParaRPr lang="en-US"/>
        </a:p>
      </dgm:t>
    </dgm:pt>
    <dgm:pt modelId="{19F28A43-F19C-42DD-AF8A-9AED43388406}">
      <dgm:prSet/>
      <dgm:spPr/>
      <dgm:t>
        <a:bodyPr/>
        <a:lstStyle/>
        <a:p>
          <a:r>
            <a:rPr lang="en-US"/>
            <a:t>• Do not overprice based on colour variants</a:t>
          </a:r>
        </a:p>
      </dgm:t>
    </dgm:pt>
    <dgm:pt modelId="{11B348DA-5FC3-4A3A-AFDB-98C6AF27B0B9}" type="parTrans" cxnId="{009735F0-569E-49A4-A446-BCB2B48742FC}">
      <dgm:prSet/>
      <dgm:spPr/>
      <dgm:t>
        <a:bodyPr/>
        <a:lstStyle/>
        <a:p>
          <a:endParaRPr lang="en-US"/>
        </a:p>
      </dgm:t>
    </dgm:pt>
    <dgm:pt modelId="{4150D3B5-D671-433C-B3F1-16F204E951D2}" type="sibTrans" cxnId="{009735F0-569E-49A4-A446-BCB2B48742FC}">
      <dgm:prSet/>
      <dgm:spPr/>
      <dgm:t>
        <a:bodyPr/>
        <a:lstStyle/>
        <a:p>
          <a:endParaRPr lang="en-US"/>
        </a:p>
      </dgm:t>
    </dgm:pt>
    <dgm:pt modelId="{EE32B9B0-5DFA-41BC-A6A6-F0EBF089D82C}" type="pres">
      <dgm:prSet presAssocID="{ADD28304-0BD4-4503-8C40-9F502568C11D}" presName="root" presStyleCnt="0">
        <dgm:presLayoutVars>
          <dgm:dir/>
          <dgm:resizeHandles val="exact"/>
        </dgm:presLayoutVars>
      </dgm:prSet>
      <dgm:spPr/>
    </dgm:pt>
    <dgm:pt modelId="{F5EB3948-249C-4158-B1E7-D545D073E57D}" type="pres">
      <dgm:prSet presAssocID="{7FE2A3A9-87C4-484B-86DD-1373097E0F57}" presName="compNode" presStyleCnt="0"/>
      <dgm:spPr/>
    </dgm:pt>
    <dgm:pt modelId="{9C2F90F3-A27D-424B-8C64-71471E395A34}" type="pres">
      <dgm:prSet presAssocID="{7FE2A3A9-87C4-484B-86DD-1373097E0F5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804BCC7-8732-45F8-9F8B-B2074ECD6BC8}" type="pres">
      <dgm:prSet presAssocID="{7FE2A3A9-87C4-484B-86DD-1373097E0F57}" presName="spaceRect" presStyleCnt="0"/>
      <dgm:spPr/>
    </dgm:pt>
    <dgm:pt modelId="{EE973570-4E70-4BA8-9891-831EDD4D3119}" type="pres">
      <dgm:prSet presAssocID="{7FE2A3A9-87C4-484B-86DD-1373097E0F57}" presName="textRect" presStyleLbl="revTx" presStyleIdx="0" presStyleCnt="4">
        <dgm:presLayoutVars>
          <dgm:chMax val="1"/>
          <dgm:chPref val="1"/>
        </dgm:presLayoutVars>
      </dgm:prSet>
      <dgm:spPr/>
    </dgm:pt>
    <dgm:pt modelId="{B20AAE97-1F21-4ADC-A717-EA6DC0F5EC54}" type="pres">
      <dgm:prSet presAssocID="{90920E9C-DD4E-4280-B6CE-00AF48D8F628}" presName="sibTrans" presStyleCnt="0"/>
      <dgm:spPr/>
    </dgm:pt>
    <dgm:pt modelId="{3EE04353-D59F-4CF5-88F0-B8E292C52A95}" type="pres">
      <dgm:prSet presAssocID="{6422DD8A-CAC4-47A5-BA86-AA369F70B0AE}" presName="compNode" presStyleCnt="0"/>
      <dgm:spPr/>
    </dgm:pt>
    <dgm:pt modelId="{7794CDB7-6675-4626-9D53-391B04852DEB}" type="pres">
      <dgm:prSet presAssocID="{6422DD8A-CAC4-47A5-BA86-AA369F70B0A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74419214-6F08-4350-8613-B31A0DABC8FE}" type="pres">
      <dgm:prSet presAssocID="{6422DD8A-CAC4-47A5-BA86-AA369F70B0AE}" presName="spaceRect" presStyleCnt="0"/>
      <dgm:spPr/>
    </dgm:pt>
    <dgm:pt modelId="{0C60CDD3-5133-4D03-8DCA-FFD09932F5C0}" type="pres">
      <dgm:prSet presAssocID="{6422DD8A-CAC4-47A5-BA86-AA369F70B0AE}" presName="textRect" presStyleLbl="revTx" presStyleIdx="1" presStyleCnt="4">
        <dgm:presLayoutVars>
          <dgm:chMax val="1"/>
          <dgm:chPref val="1"/>
        </dgm:presLayoutVars>
      </dgm:prSet>
      <dgm:spPr/>
    </dgm:pt>
    <dgm:pt modelId="{48B0DF0C-C603-4767-8C10-965139450F0C}" type="pres">
      <dgm:prSet presAssocID="{F372E0DC-FA27-4D21-84CE-920A23A84187}" presName="sibTrans" presStyleCnt="0"/>
      <dgm:spPr/>
    </dgm:pt>
    <dgm:pt modelId="{60419F12-90D7-4A3F-82DD-78E738A4E573}" type="pres">
      <dgm:prSet presAssocID="{0C294364-5A49-4C1D-9182-C363E24D2BD0}" presName="compNode" presStyleCnt="0"/>
      <dgm:spPr/>
    </dgm:pt>
    <dgm:pt modelId="{9F3478FA-71B5-4D85-834A-E26683980E42}" type="pres">
      <dgm:prSet presAssocID="{0C294364-5A49-4C1D-9182-C363E24D2BD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ttery Charging"/>
        </a:ext>
      </dgm:extLst>
    </dgm:pt>
    <dgm:pt modelId="{C0B760D0-723A-4279-A3E0-DF8BA0016668}" type="pres">
      <dgm:prSet presAssocID="{0C294364-5A49-4C1D-9182-C363E24D2BD0}" presName="spaceRect" presStyleCnt="0"/>
      <dgm:spPr/>
    </dgm:pt>
    <dgm:pt modelId="{C83030CB-5D61-40B2-AE13-99BA54851F48}" type="pres">
      <dgm:prSet presAssocID="{0C294364-5A49-4C1D-9182-C363E24D2BD0}" presName="textRect" presStyleLbl="revTx" presStyleIdx="2" presStyleCnt="4">
        <dgm:presLayoutVars>
          <dgm:chMax val="1"/>
          <dgm:chPref val="1"/>
        </dgm:presLayoutVars>
      </dgm:prSet>
      <dgm:spPr/>
    </dgm:pt>
    <dgm:pt modelId="{A676F54E-B026-4D2D-BC47-5CECB2B6A50A}" type="pres">
      <dgm:prSet presAssocID="{39AC5441-65F9-47D8-9B89-0CBC59B25BE3}" presName="sibTrans" presStyleCnt="0"/>
      <dgm:spPr/>
    </dgm:pt>
    <dgm:pt modelId="{0A952B65-7D31-4DE0-AD65-CAFDE5E04964}" type="pres">
      <dgm:prSet presAssocID="{19F28A43-F19C-42DD-AF8A-9AED43388406}" presName="compNode" presStyleCnt="0"/>
      <dgm:spPr/>
    </dgm:pt>
    <dgm:pt modelId="{691F228F-A096-4785-A73A-BDAB07E71F48}" type="pres">
      <dgm:prSet presAssocID="{19F28A43-F19C-42DD-AF8A-9AED4338840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lette"/>
        </a:ext>
      </dgm:extLst>
    </dgm:pt>
    <dgm:pt modelId="{8CCEB411-3E9A-4FD9-86C7-B944D6773B3D}" type="pres">
      <dgm:prSet presAssocID="{19F28A43-F19C-42DD-AF8A-9AED43388406}" presName="spaceRect" presStyleCnt="0"/>
      <dgm:spPr/>
    </dgm:pt>
    <dgm:pt modelId="{0019541E-708F-4800-A41E-5295741D7E75}" type="pres">
      <dgm:prSet presAssocID="{19F28A43-F19C-42DD-AF8A-9AED4338840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E50D505-BEF6-4F88-B416-33537840D734}" type="presOf" srcId="{7FE2A3A9-87C4-484B-86DD-1373097E0F57}" destId="{EE973570-4E70-4BA8-9891-831EDD4D3119}" srcOrd="0" destOrd="0" presId="urn:microsoft.com/office/officeart/2018/2/layout/IconLabelList"/>
    <dgm:cxn modelId="{2E379D60-4433-4B5E-AEB0-1215BEB271A0}" type="presOf" srcId="{19F28A43-F19C-42DD-AF8A-9AED43388406}" destId="{0019541E-708F-4800-A41E-5295741D7E75}" srcOrd="0" destOrd="0" presId="urn:microsoft.com/office/officeart/2018/2/layout/IconLabelList"/>
    <dgm:cxn modelId="{7A8DC761-C727-4025-88A1-4345964A7B9C}" type="presOf" srcId="{ADD28304-0BD4-4503-8C40-9F502568C11D}" destId="{EE32B9B0-5DFA-41BC-A6A6-F0EBF089D82C}" srcOrd="0" destOrd="0" presId="urn:microsoft.com/office/officeart/2018/2/layout/IconLabelList"/>
    <dgm:cxn modelId="{02ABBB4C-73A0-49C0-A9C8-A0F03CF598BE}" srcId="{ADD28304-0BD4-4503-8C40-9F502568C11D}" destId="{6422DD8A-CAC4-47A5-BA86-AA369F70B0AE}" srcOrd="1" destOrd="0" parTransId="{E17C1300-99FA-4C43-B22F-BDD500E2F25B}" sibTransId="{F372E0DC-FA27-4D21-84CE-920A23A84187}"/>
    <dgm:cxn modelId="{8255118E-BED9-4EC4-95E7-E6A4452B5D0C}" type="presOf" srcId="{6422DD8A-CAC4-47A5-BA86-AA369F70B0AE}" destId="{0C60CDD3-5133-4D03-8DCA-FFD09932F5C0}" srcOrd="0" destOrd="0" presId="urn:microsoft.com/office/officeart/2018/2/layout/IconLabelList"/>
    <dgm:cxn modelId="{E77119BE-DF05-414B-A792-0420D4791412}" type="presOf" srcId="{0C294364-5A49-4C1D-9182-C363E24D2BD0}" destId="{C83030CB-5D61-40B2-AE13-99BA54851F48}" srcOrd="0" destOrd="0" presId="urn:microsoft.com/office/officeart/2018/2/layout/IconLabelList"/>
    <dgm:cxn modelId="{D971D6D5-1C81-45B5-A000-776AA84B010D}" srcId="{ADD28304-0BD4-4503-8C40-9F502568C11D}" destId="{7FE2A3A9-87C4-484B-86DD-1373097E0F57}" srcOrd="0" destOrd="0" parTransId="{60358FF4-158F-404B-8D59-1F7C642F6CC6}" sibTransId="{90920E9C-DD4E-4280-B6CE-00AF48D8F628}"/>
    <dgm:cxn modelId="{009735F0-569E-49A4-A446-BCB2B48742FC}" srcId="{ADD28304-0BD4-4503-8C40-9F502568C11D}" destId="{19F28A43-F19C-42DD-AF8A-9AED43388406}" srcOrd="3" destOrd="0" parTransId="{11B348DA-5FC3-4A3A-AFDB-98C6AF27B0B9}" sibTransId="{4150D3B5-D671-433C-B3F1-16F204E951D2}"/>
    <dgm:cxn modelId="{5D59ECF0-B314-4280-9FE4-A5A9A097C3E0}" srcId="{ADD28304-0BD4-4503-8C40-9F502568C11D}" destId="{0C294364-5A49-4C1D-9182-C363E24D2BD0}" srcOrd="2" destOrd="0" parTransId="{01A205A9-21D0-46E2-B5C3-2779D9D4EF72}" sibTransId="{39AC5441-65F9-47D8-9B89-0CBC59B25BE3}"/>
    <dgm:cxn modelId="{94B90F69-8768-408A-9DD5-CF38C6A3E0F3}" type="presParOf" srcId="{EE32B9B0-5DFA-41BC-A6A6-F0EBF089D82C}" destId="{F5EB3948-249C-4158-B1E7-D545D073E57D}" srcOrd="0" destOrd="0" presId="urn:microsoft.com/office/officeart/2018/2/layout/IconLabelList"/>
    <dgm:cxn modelId="{DB576C0B-B8BF-4219-A6D7-781E2FCF0D5A}" type="presParOf" srcId="{F5EB3948-249C-4158-B1E7-D545D073E57D}" destId="{9C2F90F3-A27D-424B-8C64-71471E395A34}" srcOrd="0" destOrd="0" presId="urn:microsoft.com/office/officeart/2018/2/layout/IconLabelList"/>
    <dgm:cxn modelId="{6352A7F5-65FE-4A1C-88A9-E3E09D7EF8FD}" type="presParOf" srcId="{F5EB3948-249C-4158-B1E7-D545D073E57D}" destId="{F804BCC7-8732-45F8-9F8B-B2074ECD6BC8}" srcOrd="1" destOrd="0" presId="urn:microsoft.com/office/officeart/2018/2/layout/IconLabelList"/>
    <dgm:cxn modelId="{96B4E505-4068-4118-984C-DD97487C8E0A}" type="presParOf" srcId="{F5EB3948-249C-4158-B1E7-D545D073E57D}" destId="{EE973570-4E70-4BA8-9891-831EDD4D3119}" srcOrd="2" destOrd="0" presId="urn:microsoft.com/office/officeart/2018/2/layout/IconLabelList"/>
    <dgm:cxn modelId="{9CABD4D6-1FE2-4A71-B8B2-DCF7DC9909B3}" type="presParOf" srcId="{EE32B9B0-5DFA-41BC-A6A6-F0EBF089D82C}" destId="{B20AAE97-1F21-4ADC-A717-EA6DC0F5EC54}" srcOrd="1" destOrd="0" presId="urn:microsoft.com/office/officeart/2018/2/layout/IconLabelList"/>
    <dgm:cxn modelId="{B4E92BFB-C841-49F4-9428-5F4F98E8A600}" type="presParOf" srcId="{EE32B9B0-5DFA-41BC-A6A6-F0EBF089D82C}" destId="{3EE04353-D59F-4CF5-88F0-B8E292C52A95}" srcOrd="2" destOrd="0" presId="urn:microsoft.com/office/officeart/2018/2/layout/IconLabelList"/>
    <dgm:cxn modelId="{C12C39B0-3D60-4516-8466-D49016B27441}" type="presParOf" srcId="{3EE04353-D59F-4CF5-88F0-B8E292C52A95}" destId="{7794CDB7-6675-4626-9D53-391B04852DEB}" srcOrd="0" destOrd="0" presId="urn:microsoft.com/office/officeart/2018/2/layout/IconLabelList"/>
    <dgm:cxn modelId="{8D9C9321-73D8-41B4-B4C9-6E29AADF8ADA}" type="presParOf" srcId="{3EE04353-D59F-4CF5-88F0-B8E292C52A95}" destId="{74419214-6F08-4350-8613-B31A0DABC8FE}" srcOrd="1" destOrd="0" presId="urn:microsoft.com/office/officeart/2018/2/layout/IconLabelList"/>
    <dgm:cxn modelId="{AC0BBC28-201F-4E75-9F48-6141A18A0EC7}" type="presParOf" srcId="{3EE04353-D59F-4CF5-88F0-B8E292C52A95}" destId="{0C60CDD3-5133-4D03-8DCA-FFD09932F5C0}" srcOrd="2" destOrd="0" presId="urn:microsoft.com/office/officeart/2018/2/layout/IconLabelList"/>
    <dgm:cxn modelId="{8D2D75C0-B465-49F2-A357-37B9B7F5D59F}" type="presParOf" srcId="{EE32B9B0-5DFA-41BC-A6A6-F0EBF089D82C}" destId="{48B0DF0C-C603-4767-8C10-965139450F0C}" srcOrd="3" destOrd="0" presId="urn:microsoft.com/office/officeart/2018/2/layout/IconLabelList"/>
    <dgm:cxn modelId="{DEEEF005-FE13-4D95-8960-9C097C4CF291}" type="presParOf" srcId="{EE32B9B0-5DFA-41BC-A6A6-F0EBF089D82C}" destId="{60419F12-90D7-4A3F-82DD-78E738A4E573}" srcOrd="4" destOrd="0" presId="urn:microsoft.com/office/officeart/2018/2/layout/IconLabelList"/>
    <dgm:cxn modelId="{EC58E02C-DA29-4168-97A9-40DEDCF5D7A2}" type="presParOf" srcId="{60419F12-90D7-4A3F-82DD-78E738A4E573}" destId="{9F3478FA-71B5-4D85-834A-E26683980E42}" srcOrd="0" destOrd="0" presId="urn:microsoft.com/office/officeart/2018/2/layout/IconLabelList"/>
    <dgm:cxn modelId="{9136D277-CD5E-4DF3-81DD-6B5596178CD4}" type="presParOf" srcId="{60419F12-90D7-4A3F-82DD-78E738A4E573}" destId="{C0B760D0-723A-4279-A3E0-DF8BA0016668}" srcOrd="1" destOrd="0" presId="urn:microsoft.com/office/officeart/2018/2/layout/IconLabelList"/>
    <dgm:cxn modelId="{EAE60E8D-FF35-4819-A25F-68E68D2A38CF}" type="presParOf" srcId="{60419F12-90D7-4A3F-82DD-78E738A4E573}" destId="{C83030CB-5D61-40B2-AE13-99BA54851F48}" srcOrd="2" destOrd="0" presId="urn:microsoft.com/office/officeart/2018/2/layout/IconLabelList"/>
    <dgm:cxn modelId="{6C05241D-A5B6-4EE2-8DB2-74FBE65C2AA0}" type="presParOf" srcId="{EE32B9B0-5DFA-41BC-A6A6-F0EBF089D82C}" destId="{A676F54E-B026-4D2D-BC47-5CECB2B6A50A}" srcOrd="5" destOrd="0" presId="urn:microsoft.com/office/officeart/2018/2/layout/IconLabelList"/>
    <dgm:cxn modelId="{C689873B-03A2-40C1-BF1D-E967B25C293E}" type="presParOf" srcId="{EE32B9B0-5DFA-41BC-A6A6-F0EBF089D82C}" destId="{0A952B65-7D31-4DE0-AD65-CAFDE5E04964}" srcOrd="6" destOrd="0" presId="urn:microsoft.com/office/officeart/2018/2/layout/IconLabelList"/>
    <dgm:cxn modelId="{56458729-9E32-4B0E-83CC-F9D9719D0697}" type="presParOf" srcId="{0A952B65-7D31-4DE0-AD65-CAFDE5E04964}" destId="{691F228F-A096-4785-A73A-BDAB07E71F48}" srcOrd="0" destOrd="0" presId="urn:microsoft.com/office/officeart/2018/2/layout/IconLabelList"/>
    <dgm:cxn modelId="{124D8A33-D96E-4829-837F-68D23EBA6790}" type="presParOf" srcId="{0A952B65-7D31-4DE0-AD65-CAFDE5E04964}" destId="{8CCEB411-3E9A-4FD9-86C7-B944D6773B3D}" srcOrd="1" destOrd="0" presId="urn:microsoft.com/office/officeart/2018/2/layout/IconLabelList"/>
    <dgm:cxn modelId="{CA6064DE-0DDB-4372-9304-AE110AA7F506}" type="presParOf" srcId="{0A952B65-7D31-4DE0-AD65-CAFDE5E04964}" destId="{0019541E-708F-4800-A41E-5295741D7E7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2D46F19-8539-4695-A8FF-F02B3313528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B6F30EC-B5D4-4472-AB70-49951DB425A0}">
      <dgm:prSet/>
      <dgm:spPr/>
      <dgm:t>
        <a:bodyPr/>
        <a:lstStyle/>
        <a:p>
          <a:pPr>
            <a:defRPr cap="all"/>
          </a:pPr>
          <a:r>
            <a:rPr lang="en-US"/>
            <a:t>• Successfully built price prediction model</a:t>
          </a:r>
        </a:p>
      </dgm:t>
    </dgm:pt>
    <dgm:pt modelId="{F26CA511-F093-43BE-98FB-39CAFD9E3ED6}" type="parTrans" cxnId="{074962A9-4BC9-43BD-B94E-5B23D8AF6EC5}">
      <dgm:prSet/>
      <dgm:spPr/>
      <dgm:t>
        <a:bodyPr/>
        <a:lstStyle/>
        <a:p>
          <a:endParaRPr lang="en-US"/>
        </a:p>
      </dgm:t>
    </dgm:pt>
    <dgm:pt modelId="{E0A4263D-A468-48CE-AA68-F3D487528DEF}" type="sibTrans" cxnId="{074962A9-4BC9-43BD-B94E-5B23D8AF6EC5}">
      <dgm:prSet/>
      <dgm:spPr/>
      <dgm:t>
        <a:bodyPr/>
        <a:lstStyle/>
        <a:p>
          <a:endParaRPr lang="en-US"/>
        </a:p>
      </dgm:t>
    </dgm:pt>
    <dgm:pt modelId="{4A281668-74F4-42BD-A761-2A2CCB704DF7}">
      <dgm:prSet/>
      <dgm:spPr/>
      <dgm:t>
        <a:bodyPr/>
        <a:lstStyle/>
        <a:p>
          <a:pPr>
            <a:defRPr cap="all"/>
          </a:pPr>
          <a:r>
            <a:rPr lang="en-US"/>
            <a:t>• Identified key influential features</a:t>
          </a:r>
        </a:p>
      </dgm:t>
    </dgm:pt>
    <dgm:pt modelId="{94C7B04F-3AB3-4EBD-8FD9-45AE4D3F2C7C}" type="parTrans" cxnId="{147FA958-DCFD-468A-AD24-3ADB842C8445}">
      <dgm:prSet/>
      <dgm:spPr/>
      <dgm:t>
        <a:bodyPr/>
        <a:lstStyle/>
        <a:p>
          <a:endParaRPr lang="en-US"/>
        </a:p>
      </dgm:t>
    </dgm:pt>
    <dgm:pt modelId="{EC87D472-61D6-4224-932A-8278356E924B}" type="sibTrans" cxnId="{147FA958-DCFD-468A-AD24-3ADB842C8445}">
      <dgm:prSet/>
      <dgm:spPr/>
      <dgm:t>
        <a:bodyPr/>
        <a:lstStyle/>
        <a:p>
          <a:endParaRPr lang="en-US"/>
        </a:p>
      </dgm:t>
    </dgm:pt>
    <dgm:pt modelId="{E76E57B9-86D6-4972-89E1-B56DE28C26FD}">
      <dgm:prSet/>
      <dgm:spPr/>
      <dgm:t>
        <a:bodyPr/>
        <a:lstStyle/>
        <a:p>
          <a:pPr>
            <a:defRPr cap="all"/>
          </a:pPr>
          <a:r>
            <a:rPr lang="en-US"/>
            <a:t>• Random Forest model gives best results</a:t>
          </a:r>
        </a:p>
      </dgm:t>
    </dgm:pt>
    <dgm:pt modelId="{04837F14-0742-4285-A9D3-7CC7C1645DDB}" type="parTrans" cxnId="{03EAEFDA-DB7C-4928-855C-DD6C3A6C35B7}">
      <dgm:prSet/>
      <dgm:spPr/>
      <dgm:t>
        <a:bodyPr/>
        <a:lstStyle/>
        <a:p>
          <a:endParaRPr lang="en-US"/>
        </a:p>
      </dgm:t>
    </dgm:pt>
    <dgm:pt modelId="{79F3B2B6-02A8-4D47-8628-ED1C01F624F6}" type="sibTrans" cxnId="{03EAEFDA-DB7C-4928-855C-DD6C3A6C35B7}">
      <dgm:prSet/>
      <dgm:spPr/>
      <dgm:t>
        <a:bodyPr/>
        <a:lstStyle/>
        <a:p>
          <a:endParaRPr lang="en-US"/>
        </a:p>
      </dgm:t>
    </dgm:pt>
    <dgm:pt modelId="{C0DA801D-54A4-4145-868D-CAC360822E0F}">
      <dgm:prSet/>
      <dgm:spPr/>
      <dgm:t>
        <a:bodyPr/>
        <a:lstStyle/>
        <a:p>
          <a:pPr>
            <a:defRPr cap="all"/>
          </a:pPr>
          <a:r>
            <a:rPr lang="en-US"/>
            <a:t>• Insights help improve pricing strategy</a:t>
          </a:r>
        </a:p>
      </dgm:t>
    </dgm:pt>
    <dgm:pt modelId="{548C9DD5-5656-41E5-A1F1-16410CC50A94}" type="parTrans" cxnId="{4F8EE7E7-3216-4A4C-B6FF-75327CD41BFE}">
      <dgm:prSet/>
      <dgm:spPr/>
      <dgm:t>
        <a:bodyPr/>
        <a:lstStyle/>
        <a:p>
          <a:endParaRPr lang="en-US"/>
        </a:p>
      </dgm:t>
    </dgm:pt>
    <dgm:pt modelId="{C67BEC83-CA12-4117-BEFF-473C5683919B}" type="sibTrans" cxnId="{4F8EE7E7-3216-4A4C-B6FF-75327CD41BFE}">
      <dgm:prSet/>
      <dgm:spPr/>
      <dgm:t>
        <a:bodyPr/>
        <a:lstStyle/>
        <a:p>
          <a:endParaRPr lang="en-US"/>
        </a:p>
      </dgm:t>
    </dgm:pt>
    <dgm:pt modelId="{7FFD74B9-61FC-4259-8A2F-B7AC249DC0F2}" type="pres">
      <dgm:prSet presAssocID="{62D46F19-8539-4695-A8FF-F02B3313528A}" presName="root" presStyleCnt="0">
        <dgm:presLayoutVars>
          <dgm:dir/>
          <dgm:resizeHandles val="exact"/>
        </dgm:presLayoutVars>
      </dgm:prSet>
      <dgm:spPr/>
    </dgm:pt>
    <dgm:pt modelId="{A2B47E1A-BDB7-4A07-87E4-2B7C049C3ED5}" type="pres">
      <dgm:prSet presAssocID="{7B6F30EC-B5D4-4472-AB70-49951DB425A0}" presName="compNode" presStyleCnt="0"/>
      <dgm:spPr/>
    </dgm:pt>
    <dgm:pt modelId="{9649AE63-DED9-4C04-A093-8A375DB2481B}" type="pres">
      <dgm:prSet presAssocID="{7B6F30EC-B5D4-4472-AB70-49951DB425A0}" presName="iconBgRect" presStyleLbl="bgShp" presStyleIdx="0" presStyleCnt="4"/>
      <dgm:spPr/>
    </dgm:pt>
    <dgm:pt modelId="{6F62254D-955C-45AB-8AB7-E3A3C55EC9F5}" type="pres">
      <dgm:prSet presAssocID="{7B6F30EC-B5D4-4472-AB70-49951DB425A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48D9B7C-1233-47AA-81F9-DE1496E5DD65}" type="pres">
      <dgm:prSet presAssocID="{7B6F30EC-B5D4-4472-AB70-49951DB425A0}" presName="spaceRect" presStyleCnt="0"/>
      <dgm:spPr/>
    </dgm:pt>
    <dgm:pt modelId="{C61693B4-A4AB-4231-9ED5-2D4FE903E172}" type="pres">
      <dgm:prSet presAssocID="{7B6F30EC-B5D4-4472-AB70-49951DB425A0}" presName="textRect" presStyleLbl="revTx" presStyleIdx="0" presStyleCnt="4">
        <dgm:presLayoutVars>
          <dgm:chMax val="1"/>
          <dgm:chPref val="1"/>
        </dgm:presLayoutVars>
      </dgm:prSet>
      <dgm:spPr/>
    </dgm:pt>
    <dgm:pt modelId="{0690448B-2EE6-4F33-B16F-601032F7E1A4}" type="pres">
      <dgm:prSet presAssocID="{E0A4263D-A468-48CE-AA68-F3D487528DEF}" presName="sibTrans" presStyleCnt="0"/>
      <dgm:spPr/>
    </dgm:pt>
    <dgm:pt modelId="{40E6A92D-EC23-48BF-AC33-738DBFBDDA04}" type="pres">
      <dgm:prSet presAssocID="{4A281668-74F4-42BD-A761-2A2CCB704DF7}" presName="compNode" presStyleCnt="0"/>
      <dgm:spPr/>
    </dgm:pt>
    <dgm:pt modelId="{14BFFD13-6DE0-433A-9F63-0FB4A1016A0D}" type="pres">
      <dgm:prSet presAssocID="{4A281668-74F4-42BD-A761-2A2CCB704DF7}" presName="iconBgRect" presStyleLbl="bgShp" presStyleIdx="1" presStyleCnt="4"/>
      <dgm:spPr/>
    </dgm:pt>
    <dgm:pt modelId="{CA947781-11AB-45A0-9FC2-E56C9B95CC14}" type="pres">
      <dgm:prSet presAssocID="{4A281668-74F4-42BD-A761-2A2CCB704DF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BB8577C0-F86A-40BA-9C3C-2CADB41F33DA}" type="pres">
      <dgm:prSet presAssocID="{4A281668-74F4-42BD-A761-2A2CCB704DF7}" presName="spaceRect" presStyleCnt="0"/>
      <dgm:spPr/>
    </dgm:pt>
    <dgm:pt modelId="{7C06CB69-8F63-4F03-B773-941C657A03C0}" type="pres">
      <dgm:prSet presAssocID="{4A281668-74F4-42BD-A761-2A2CCB704DF7}" presName="textRect" presStyleLbl="revTx" presStyleIdx="1" presStyleCnt="4">
        <dgm:presLayoutVars>
          <dgm:chMax val="1"/>
          <dgm:chPref val="1"/>
        </dgm:presLayoutVars>
      </dgm:prSet>
      <dgm:spPr/>
    </dgm:pt>
    <dgm:pt modelId="{554B77FF-C19E-43D0-81A2-30E7CA101480}" type="pres">
      <dgm:prSet presAssocID="{EC87D472-61D6-4224-932A-8278356E924B}" presName="sibTrans" presStyleCnt="0"/>
      <dgm:spPr/>
    </dgm:pt>
    <dgm:pt modelId="{3023003C-8F65-41EE-AF88-3090C78AD0B7}" type="pres">
      <dgm:prSet presAssocID="{E76E57B9-86D6-4972-89E1-B56DE28C26FD}" presName="compNode" presStyleCnt="0"/>
      <dgm:spPr/>
    </dgm:pt>
    <dgm:pt modelId="{B86B2BFC-AC32-434A-9A31-6277C249B1D9}" type="pres">
      <dgm:prSet presAssocID="{E76E57B9-86D6-4972-89E1-B56DE28C26FD}" presName="iconBgRect" presStyleLbl="bgShp" presStyleIdx="2" presStyleCnt="4"/>
      <dgm:spPr/>
    </dgm:pt>
    <dgm:pt modelId="{6ABBCBC9-25B4-478B-8D04-CB7CB091D67F}" type="pres">
      <dgm:prSet presAssocID="{E76E57B9-86D6-4972-89E1-B56DE28C26F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D7ECE5EA-C934-4387-A040-6065D0250330}" type="pres">
      <dgm:prSet presAssocID="{E76E57B9-86D6-4972-89E1-B56DE28C26FD}" presName="spaceRect" presStyleCnt="0"/>
      <dgm:spPr/>
    </dgm:pt>
    <dgm:pt modelId="{9A5DF297-67A5-443F-A3A7-8D2D52CE0A41}" type="pres">
      <dgm:prSet presAssocID="{E76E57B9-86D6-4972-89E1-B56DE28C26FD}" presName="textRect" presStyleLbl="revTx" presStyleIdx="2" presStyleCnt="4">
        <dgm:presLayoutVars>
          <dgm:chMax val="1"/>
          <dgm:chPref val="1"/>
        </dgm:presLayoutVars>
      </dgm:prSet>
      <dgm:spPr/>
    </dgm:pt>
    <dgm:pt modelId="{091DE46D-A046-4DE6-B83D-8E282918CBA7}" type="pres">
      <dgm:prSet presAssocID="{79F3B2B6-02A8-4D47-8628-ED1C01F624F6}" presName="sibTrans" presStyleCnt="0"/>
      <dgm:spPr/>
    </dgm:pt>
    <dgm:pt modelId="{A50BBF30-3E60-48B8-9EFB-5AED2761DB70}" type="pres">
      <dgm:prSet presAssocID="{C0DA801D-54A4-4145-868D-CAC360822E0F}" presName="compNode" presStyleCnt="0"/>
      <dgm:spPr/>
    </dgm:pt>
    <dgm:pt modelId="{A2086225-F6BD-428E-830A-37670A6D6D68}" type="pres">
      <dgm:prSet presAssocID="{C0DA801D-54A4-4145-868D-CAC360822E0F}" presName="iconBgRect" presStyleLbl="bgShp" presStyleIdx="3" presStyleCnt="4"/>
      <dgm:spPr/>
    </dgm:pt>
    <dgm:pt modelId="{DB96B8A1-4A74-4C52-90DB-A8498E431467}" type="pres">
      <dgm:prSet presAssocID="{C0DA801D-54A4-4145-868D-CAC360822E0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4A4C5A36-124A-40BF-8C68-6BCE36EE7988}" type="pres">
      <dgm:prSet presAssocID="{C0DA801D-54A4-4145-868D-CAC360822E0F}" presName="spaceRect" presStyleCnt="0"/>
      <dgm:spPr/>
    </dgm:pt>
    <dgm:pt modelId="{1044EDEB-1C9A-4362-B7B5-F304A0CD67F5}" type="pres">
      <dgm:prSet presAssocID="{C0DA801D-54A4-4145-868D-CAC360822E0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E2F7D12-9653-48CE-BB54-DDDC1B6A9464}" type="presOf" srcId="{4A281668-74F4-42BD-A761-2A2CCB704DF7}" destId="{7C06CB69-8F63-4F03-B773-941C657A03C0}" srcOrd="0" destOrd="0" presId="urn:microsoft.com/office/officeart/2018/5/layout/IconCircleLabelList"/>
    <dgm:cxn modelId="{788E8125-C659-474F-9637-D0D8C2BDA8B0}" type="presOf" srcId="{7B6F30EC-B5D4-4472-AB70-49951DB425A0}" destId="{C61693B4-A4AB-4231-9ED5-2D4FE903E172}" srcOrd="0" destOrd="0" presId="urn:microsoft.com/office/officeart/2018/5/layout/IconCircleLabelList"/>
    <dgm:cxn modelId="{826C0642-EB80-496E-8A20-DF5AEDC6EAE3}" type="presOf" srcId="{E76E57B9-86D6-4972-89E1-B56DE28C26FD}" destId="{9A5DF297-67A5-443F-A3A7-8D2D52CE0A41}" srcOrd="0" destOrd="0" presId="urn:microsoft.com/office/officeart/2018/5/layout/IconCircleLabelList"/>
    <dgm:cxn modelId="{147FA958-DCFD-468A-AD24-3ADB842C8445}" srcId="{62D46F19-8539-4695-A8FF-F02B3313528A}" destId="{4A281668-74F4-42BD-A761-2A2CCB704DF7}" srcOrd="1" destOrd="0" parTransId="{94C7B04F-3AB3-4EBD-8FD9-45AE4D3F2C7C}" sibTransId="{EC87D472-61D6-4224-932A-8278356E924B}"/>
    <dgm:cxn modelId="{43AF3D9B-B431-4BFB-8C0A-09E5A786B0EC}" type="presOf" srcId="{C0DA801D-54A4-4145-868D-CAC360822E0F}" destId="{1044EDEB-1C9A-4362-B7B5-F304A0CD67F5}" srcOrd="0" destOrd="0" presId="urn:microsoft.com/office/officeart/2018/5/layout/IconCircleLabelList"/>
    <dgm:cxn modelId="{074962A9-4BC9-43BD-B94E-5B23D8AF6EC5}" srcId="{62D46F19-8539-4695-A8FF-F02B3313528A}" destId="{7B6F30EC-B5D4-4472-AB70-49951DB425A0}" srcOrd="0" destOrd="0" parTransId="{F26CA511-F093-43BE-98FB-39CAFD9E3ED6}" sibTransId="{E0A4263D-A468-48CE-AA68-F3D487528DEF}"/>
    <dgm:cxn modelId="{CD48E1B3-A99C-4903-83F6-23BA5628F8E0}" type="presOf" srcId="{62D46F19-8539-4695-A8FF-F02B3313528A}" destId="{7FFD74B9-61FC-4259-8A2F-B7AC249DC0F2}" srcOrd="0" destOrd="0" presId="urn:microsoft.com/office/officeart/2018/5/layout/IconCircleLabelList"/>
    <dgm:cxn modelId="{03EAEFDA-DB7C-4928-855C-DD6C3A6C35B7}" srcId="{62D46F19-8539-4695-A8FF-F02B3313528A}" destId="{E76E57B9-86D6-4972-89E1-B56DE28C26FD}" srcOrd="2" destOrd="0" parTransId="{04837F14-0742-4285-A9D3-7CC7C1645DDB}" sibTransId="{79F3B2B6-02A8-4D47-8628-ED1C01F624F6}"/>
    <dgm:cxn modelId="{4F8EE7E7-3216-4A4C-B6FF-75327CD41BFE}" srcId="{62D46F19-8539-4695-A8FF-F02B3313528A}" destId="{C0DA801D-54A4-4145-868D-CAC360822E0F}" srcOrd="3" destOrd="0" parTransId="{548C9DD5-5656-41E5-A1F1-16410CC50A94}" sibTransId="{C67BEC83-CA12-4117-BEFF-473C5683919B}"/>
    <dgm:cxn modelId="{65DA6E5D-D1AC-41C4-BFCA-0B66CD7AD9CC}" type="presParOf" srcId="{7FFD74B9-61FC-4259-8A2F-B7AC249DC0F2}" destId="{A2B47E1A-BDB7-4A07-87E4-2B7C049C3ED5}" srcOrd="0" destOrd="0" presId="urn:microsoft.com/office/officeart/2018/5/layout/IconCircleLabelList"/>
    <dgm:cxn modelId="{CC88B788-4356-4991-BE4F-6904FD711EA5}" type="presParOf" srcId="{A2B47E1A-BDB7-4A07-87E4-2B7C049C3ED5}" destId="{9649AE63-DED9-4C04-A093-8A375DB2481B}" srcOrd="0" destOrd="0" presId="urn:microsoft.com/office/officeart/2018/5/layout/IconCircleLabelList"/>
    <dgm:cxn modelId="{EAB6815E-8AFB-43A4-8C68-2C9619972717}" type="presParOf" srcId="{A2B47E1A-BDB7-4A07-87E4-2B7C049C3ED5}" destId="{6F62254D-955C-45AB-8AB7-E3A3C55EC9F5}" srcOrd="1" destOrd="0" presId="urn:microsoft.com/office/officeart/2018/5/layout/IconCircleLabelList"/>
    <dgm:cxn modelId="{F2C0E1E4-AF9F-4BEA-87C3-12490FAA669D}" type="presParOf" srcId="{A2B47E1A-BDB7-4A07-87E4-2B7C049C3ED5}" destId="{148D9B7C-1233-47AA-81F9-DE1496E5DD65}" srcOrd="2" destOrd="0" presId="urn:microsoft.com/office/officeart/2018/5/layout/IconCircleLabelList"/>
    <dgm:cxn modelId="{8B2A36E4-987F-4F5D-BF32-3D6274FF3AF8}" type="presParOf" srcId="{A2B47E1A-BDB7-4A07-87E4-2B7C049C3ED5}" destId="{C61693B4-A4AB-4231-9ED5-2D4FE903E172}" srcOrd="3" destOrd="0" presId="urn:microsoft.com/office/officeart/2018/5/layout/IconCircleLabelList"/>
    <dgm:cxn modelId="{D1462D6F-1565-41BF-9652-BDEDAFE05032}" type="presParOf" srcId="{7FFD74B9-61FC-4259-8A2F-B7AC249DC0F2}" destId="{0690448B-2EE6-4F33-B16F-601032F7E1A4}" srcOrd="1" destOrd="0" presId="urn:microsoft.com/office/officeart/2018/5/layout/IconCircleLabelList"/>
    <dgm:cxn modelId="{6EC86083-A498-49CB-837E-3E6CFEEC46C1}" type="presParOf" srcId="{7FFD74B9-61FC-4259-8A2F-B7AC249DC0F2}" destId="{40E6A92D-EC23-48BF-AC33-738DBFBDDA04}" srcOrd="2" destOrd="0" presId="urn:microsoft.com/office/officeart/2018/5/layout/IconCircleLabelList"/>
    <dgm:cxn modelId="{EDB3DE84-CFA8-41B8-BA2F-9C070E019CBE}" type="presParOf" srcId="{40E6A92D-EC23-48BF-AC33-738DBFBDDA04}" destId="{14BFFD13-6DE0-433A-9F63-0FB4A1016A0D}" srcOrd="0" destOrd="0" presId="urn:microsoft.com/office/officeart/2018/5/layout/IconCircleLabelList"/>
    <dgm:cxn modelId="{35D2B381-0363-476B-95E2-E054AA6D3DC1}" type="presParOf" srcId="{40E6A92D-EC23-48BF-AC33-738DBFBDDA04}" destId="{CA947781-11AB-45A0-9FC2-E56C9B95CC14}" srcOrd="1" destOrd="0" presId="urn:microsoft.com/office/officeart/2018/5/layout/IconCircleLabelList"/>
    <dgm:cxn modelId="{22E800E9-4E31-41A7-8926-664EC91D0659}" type="presParOf" srcId="{40E6A92D-EC23-48BF-AC33-738DBFBDDA04}" destId="{BB8577C0-F86A-40BA-9C3C-2CADB41F33DA}" srcOrd="2" destOrd="0" presId="urn:microsoft.com/office/officeart/2018/5/layout/IconCircleLabelList"/>
    <dgm:cxn modelId="{6947A392-BFFD-4A21-A106-EA9750F3C7A0}" type="presParOf" srcId="{40E6A92D-EC23-48BF-AC33-738DBFBDDA04}" destId="{7C06CB69-8F63-4F03-B773-941C657A03C0}" srcOrd="3" destOrd="0" presId="urn:microsoft.com/office/officeart/2018/5/layout/IconCircleLabelList"/>
    <dgm:cxn modelId="{8AEACC57-7849-4D03-846C-D57187BB6BF8}" type="presParOf" srcId="{7FFD74B9-61FC-4259-8A2F-B7AC249DC0F2}" destId="{554B77FF-C19E-43D0-81A2-30E7CA101480}" srcOrd="3" destOrd="0" presId="urn:microsoft.com/office/officeart/2018/5/layout/IconCircleLabelList"/>
    <dgm:cxn modelId="{9F90DCBD-A8ED-4784-AC07-0E1238CF283D}" type="presParOf" srcId="{7FFD74B9-61FC-4259-8A2F-B7AC249DC0F2}" destId="{3023003C-8F65-41EE-AF88-3090C78AD0B7}" srcOrd="4" destOrd="0" presId="urn:microsoft.com/office/officeart/2018/5/layout/IconCircleLabelList"/>
    <dgm:cxn modelId="{3C1876E1-AEC2-46DF-A498-7E5E27C41010}" type="presParOf" srcId="{3023003C-8F65-41EE-AF88-3090C78AD0B7}" destId="{B86B2BFC-AC32-434A-9A31-6277C249B1D9}" srcOrd="0" destOrd="0" presId="urn:microsoft.com/office/officeart/2018/5/layout/IconCircleLabelList"/>
    <dgm:cxn modelId="{3BB4E4CA-2056-4009-B595-FE48ED071D9F}" type="presParOf" srcId="{3023003C-8F65-41EE-AF88-3090C78AD0B7}" destId="{6ABBCBC9-25B4-478B-8D04-CB7CB091D67F}" srcOrd="1" destOrd="0" presId="urn:microsoft.com/office/officeart/2018/5/layout/IconCircleLabelList"/>
    <dgm:cxn modelId="{51482931-DC17-4867-88F3-4015B8110008}" type="presParOf" srcId="{3023003C-8F65-41EE-AF88-3090C78AD0B7}" destId="{D7ECE5EA-C934-4387-A040-6065D0250330}" srcOrd="2" destOrd="0" presId="urn:microsoft.com/office/officeart/2018/5/layout/IconCircleLabelList"/>
    <dgm:cxn modelId="{F7701F3A-E49B-4393-AB6B-DAAEA261CB58}" type="presParOf" srcId="{3023003C-8F65-41EE-AF88-3090C78AD0B7}" destId="{9A5DF297-67A5-443F-A3A7-8D2D52CE0A41}" srcOrd="3" destOrd="0" presId="urn:microsoft.com/office/officeart/2018/5/layout/IconCircleLabelList"/>
    <dgm:cxn modelId="{6FF9C0F6-9228-4429-9E81-7E6C14F6B969}" type="presParOf" srcId="{7FFD74B9-61FC-4259-8A2F-B7AC249DC0F2}" destId="{091DE46D-A046-4DE6-B83D-8E282918CBA7}" srcOrd="5" destOrd="0" presId="urn:microsoft.com/office/officeart/2018/5/layout/IconCircleLabelList"/>
    <dgm:cxn modelId="{2E47E148-6A5F-4A0F-9482-953D20D37827}" type="presParOf" srcId="{7FFD74B9-61FC-4259-8A2F-B7AC249DC0F2}" destId="{A50BBF30-3E60-48B8-9EFB-5AED2761DB70}" srcOrd="6" destOrd="0" presId="urn:microsoft.com/office/officeart/2018/5/layout/IconCircleLabelList"/>
    <dgm:cxn modelId="{9C8584F6-5D20-4B68-8DC5-15BC1CBE2C45}" type="presParOf" srcId="{A50BBF30-3E60-48B8-9EFB-5AED2761DB70}" destId="{A2086225-F6BD-428E-830A-37670A6D6D68}" srcOrd="0" destOrd="0" presId="urn:microsoft.com/office/officeart/2018/5/layout/IconCircleLabelList"/>
    <dgm:cxn modelId="{2C9F8518-9BE3-4CC7-9B22-AD483EE0B993}" type="presParOf" srcId="{A50BBF30-3E60-48B8-9EFB-5AED2761DB70}" destId="{DB96B8A1-4A74-4C52-90DB-A8498E431467}" srcOrd="1" destOrd="0" presId="urn:microsoft.com/office/officeart/2018/5/layout/IconCircleLabelList"/>
    <dgm:cxn modelId="{49B0B213-6E4B-4EB9-80F7-B74DCBC082AD}" type="presParOf" srcId="{A50BBF30-3E60-48B8-9EFB-5AED2761DB70}" destId="{4A4C5A36-124A-40BF-8C68-6BCE36EE7988}" srcOrd="2" destOrd="0" presId="urn:microsoft.com/office/officeart/2018/5/layout/IconCircleLabelList"/>
    <dgm:cxn modelId="{C5A95F06-E625-4D53-AF1E-CC6D291FA812}" type="presParOf" srcId="{A50BBF30-3E60-48B8-9EFB-5AED2761DB70}" destId="{1044EDEB-1C9A-4362-B7B5-F304A0CD67F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A9B487-30FB-4AAE-8BF4-F1870CB45441}">
      <dsp:nvSpPr>
        <dsp:cNvPr id="0" name=""/>
        <dsp:cNvSpPr/>
      </dsp:nvSpPr>
      <dsp:spPr>
        <a:xfrm>
          <a:off x="742713" y="78967"/>
          <a:ext cx="1156515" cy="11565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BC42B3-E08C-4212-B550-3EDEA20E9827}">
      <dsp:nvSpPr>
        <dsp:cNvPr id="0" name=""/>
        <dsp:cNvSpPr/>
      </dsp:nvSpPr>
      <dsp:spPr>
        <a:xfrm>
          <a:off x="989183" y="325438"/>
          <a:ext cx="663574" cy="66357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FB8C37-70C5-4259-9BCC-9E61C3687040}">
      <dsp:nvSpPr>
        <dsp:cNvPr id="0" name=""/>
        <dsp:cNvSpPr/>
      </dsp:nvSpPr>
      <dsp:spPr>
        <a:xfrm>
          <a:off x="373007" y="1595709"/>
          <a:ext cx="189592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Understand key features affecting mobile prices</a:t>
          </a:r>
        </a:p>
      </dsp:txBody>
      <dsp:txXfrm>
        <a:off x="373007" y="1595709"/>
        <a:ext cx="1895926" cy="720000"/>
      </dsp:txXfrm>
    </dsp:sp>
    <dsp:sp modelId="{91BBCEE4-C334-4F01-98BD-173B1B2082F6}">
      <dsp:nvSpPr>
        <dsp:cNvPr id="0" name=""/>
        <dsp:cNvSpPr/>
      </dsp:nvSpPr>
      <dsp:spPr>
        <a:xfrm>
          <a:off x="2970427" y="78967"/>
          <a:ext cx="1156515" cy="11565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F50436-FDCC-4420-A901-6311A4A5BB28}">
      <dsp:nvSpPr>
        <dsp:cNvPr id="0" name=""/>
        <dsp:cNvSpPr/>
      </dsp:nvSpPr>
      <dsp:spPr>
        <a:xfrm>
          <a:off x="3216897" y="325438"/>
          <a:ext cx="663574" cy="66357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30D0D7-765A-48EE-B91A-18DFB134034C}">
      <dsp:nvSpPr>
        <dsp:cNvPr id="0" name=""/>
        <dsp:cNvSpPr/>
      </dsp:nvSpPr>
      <dsp:spPr>
        <a:xfrm>
          <a:off x="2600721" y="1595709"/>
          <a:ext cx="189592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Perform feature extraction analysis</a:t>
          </a:r>
        </a:p>
      </dsp:txBody>
      <dsp:txXfrm>
        <a:off x="2600721" y="1595709"/>
        <a:ext cx="1895926" cy="720000"/>
      </dsp:txXfrm>
    </dsp:sp>
    <dsp:sp modelId="{D7824D36-3625-4C63-9F50-C575C85854FE}">
      <dsp:nvSpPr>
        <dsp:cNvPr id="0" name=""/>
        <dsp:cNvSpPr/>
      </dsp:nvSpPr>
      <dsp:spPr>
        <a:xfrm>
          <a:off x="742713" y="2789690"/>
          <a:ext cx="1156515" cy="11565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42513A-3D43-4AF7-8039-A320733E6592}">
      <dsp:nvSpPr>
        <dsp:cNvPr id="0" name=""/>
        <dsp:cNvSpPr/>
      </dsp:nvSpPr>
      <dsp:spPr>
        <a:xfrm>
          <a:off x="989183" y="3036161"/>
          <a:ext cx="663574" cy="66357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4D586B-EA6F-4E29-812F-C0F81662E5B1}">
      <dsp:nvSpPr>
        <dsp:cNvPr id="0" name=""/>
        <dsp:cNvSpPr/>
      </dsp:nvSpPr>
      <dsp:spPr>
        <a:xfrm>
          <a:off x="373007" y="4306432"/>
          <a:ext cx="189592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Build machine learning model for price prediction</a:t>
          </a:r>
        </a:p>
      </dsp:txBody>
      <dsp:txXfrm>
        <a:off x="373007" y="4306432"/>
        <a:ext cx="1895926" cy="720000"/>
      </dsp:txXfrm>
    </dsp:sp>
    <dsp:sp modelId="{74AC3D51-4AD4-4837-94D8-3D8D07E17556}">
      <dsp:nvSpPr>
        <dsp:cNvPr id="0" name=""/>
        <dsp:cNvSpPr/>
      </dsp:nvSpPr>
      <dsp:spPr>
        <a:xfrm>
          <a:off x="2970427" y="2789690"/>
          <a:ext cx="1156515" cy="11565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5EE923-D8BE-41DB-BC31-36435EF2FC13}">
      <dsp:nvSpPr>
        <dsp:cNvPr id="0" name=""/>
        <dsp:cNvSpPr/>
      </dsp:nvSpPr>
      <dsp:spPr>
        <a:xfrm>
          <a:off x="3216897" y="3036161"/>
          <a:ext cx="663574" cy="66357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FCE929-39A7-498F-A00C-66ED6C3A4C81}">
      <dsp:nvSpPr>
        <dsp:cNvPr id="0" name=""/>
        <dsp:cNvSpPr/>
      </dsp:nvSpPr>
      <dsp:spPr>
        <a:xfrm>
          <a:off x="2600721" y="4306432"/>
          <a:ext cx="189592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Provide pricing strategy recommendations</a:t>
          </a:r>
        </a:p>
      </dsp:txBody>
      <dsp:txXfrm>
        <a:off x="2600721" y="4306432"/>
        <a:ext cx="1895926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A794A4-02E8-497B-816F-73BF4CD085CC}">
      <dsp:nvSpPr>
        <dsp:cNvPr id="0" name=""/>
        <dsp:cNvSpPr/>
      </dsp:nvSpPr>
      <dsp:spPr>
        <a:xfrm>
          <a:off x="0" y="623"/>
          <a:ext cx="48696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2457A1-0A44-4BC4-AA64-A86600652269}">
      <dsp:nvSpPr>
        <dsp:cNvPr id="0" name=""/>
        <dsp:cNvSpPr/>
      </dsp:nvSpPr>
      <dsp:spPr>
        <a:xfrm>
          <a:off x="0" y="623"/>
          <a:ext cx="4869656" cy="5671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Model</a:t>
          </a:r>
        </a:p>
      </dsp:txBody>
      <dsp:txXfrm>
        <a:off x="0" y="623"/>
        <a:ext cx="4869656" cy="567128"/>
      </dsp:txXfrm>
    </dsp:sp>
    <dsp:sp modelId="{8B62F41F-F29E-4C10-BEA9-AD882EE0FB46}">
      <dsp:nvSpPr>
        <dsp:cNvPr id="0" name=""/>
        <dsp:cNvSpPr/>
      </dsp:nvSpPr>
      <dsp:spPr>
        <a:xfrm>
          <a:off x="0" y="567751"/>
          <a:ext cx="4869656" cy="0"/>
        </a:xfrm>
        <a:prstGeom prst="line">
          <a:avLst/>
        </a:prstGeom>
        <a:solidFill>
          <a:schemeClr val="accent2">
            <a:hueOff val="-449245"/>
            <a:satOff val="3090"/>
            <a:lumOff val="343"/>
            <a:alphaOff val="0"/>
          </a:schemeClr>
        </a:solidFill>
        <a:ln w="15875" cap="rnd" cmpd="sng" algn="ctr">
          <a:solidFill>
            <a:schemeClr val="accent2">
              <a:hueOff val="-449245"/>
              <a:satOff val="3090"/>
              <a:lumOff val="3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A21591-873E-48E1-9159-748E8F6A67C1}">
      <dsp:nvSpPr>
        <dsp:cNvPr id="0" name=""/>
        <dsp:cNvSpPr/>
      </dsp:nvSpPr>
      <dsp:spPr>
        <a:xfrm>
          <a:off x="0" y="567751"/>
          <a:ext cx="4869656" cy="5671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Colour</a:t>
          </a:r>
        </a:p>
      </dsp:txBody>
      <dsp:txXfrm>
        <a:off x="0" y="567751"/>
        <a:ext cx="4869656" cy="567128"/>
      </dsp:txXfrm>
    </dsp:sp>
    <dsp:sp modelId="{9B366996-EEA0-4333-88B8-2E7E43244D6C}">
      <dsp:nvSpPr>
        <dsp:cNvPr id="0" name=""/>
        <dsp:cNvSpPr/>
      </dsp:nvSpPr>
      <dsp:spPr>
        <a:xfrm>
          <a:off x="0" y="1134879"/>
          <a:ext cx="4869656" cy="0"/>
        </a:xfrm>
        <a:prstGeom prst="line">
          <a:avLst/>
        </a:prstGeom>
        <a:solidFill>
          <a:schemeClr val="accent2">
            <a:hueOff val="-898490"/>
            <a:satOff val="6181"/>
            <a:lumOff val="686"/>
            <a:alphaOff val="0"/>
          </a:schemeClr>
        </a:solidFill>
        <a:ln w="15875" cap="rnd" cmpd="sng" algn="ctr">
          <a:solidFill>
            <a:schemeClr val="accent2">
              <a:hueOff val="-898490"/>
              <a:satOff val="6181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E52AE2-7A12-4BB0-9B9C-25F46DA6EE07}">
      <dsp:nvSpPr>
        <dsp:cNvPr id="0" name=""/>
        <dsp:cNvSpPr/>
      </dsp:nvSpPr>
      <dsp:spPr>
        <a:xfrm>
          <a:off x="0" y="1134879"/>
          <a:ext cx="4869656" cy="5671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Memory</a:t>
          </a:r>
        </a:p>
      </dsp:txBody>
      <dsp:txXfrm>
        <a:off x="0" y="1134879"/>
        <a:ext cx="4869656" cy="567128"/>
      </dsp:txXfrm>
    </dsp:sp>
    <dsp:sp modelId="{3E65FAB6-6009-4088-894F-FF490B59A9B9}">
      <dsp:nvSpPr>
        <dsp:cNvPr id="0" name=""/>
        <dsp:cNvSpPr/>
      </dsp:nvSpPr>
      <dsp:spPr>
        <a:xfrm>
          <a:off x="0" y="1702007"/>
          <a:ext cx="4869656" cy="0"/>
        </a:xfrm>
        <a:prstGeom prst="line">
          <a:avLst/>
        </a:prstGeom>
        <a:solidFill>
          <a:schemeClr val="accent2">
            <a:hueOff val="-1347735"/>
            <a:satOff val="9271"/>
            <a:lumOff val="1029"/>
            <a:alphaOff val="0"/>
          </a:schemeClr>
        </a:solidFill>
        <a:ln w="15875" cap="rnd" cmpd="sng" algn="ctr">
          <a:solidFill>
            <a:schemeClr val="accent2">
              <a:hueOff val="-1347735"/>
              <a:satOff val="9271"/>
              <a:lumOff val="10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DE8346-A5EB-469B-9342-C18411B5A0F0}">
      <dsp:nvSpPr>
        <dsp:cNvPr id="0" name=""/>
        <dsp:cNvSpPr/>
      </dsp:nvSpPr>
      <dsp:spPr>
        <a:xfrm>
          <a:off x="0" y="1702007"/>
          <a:ext cx="4869656" cy="5671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RAM</a:t>
          </a:r>
        </a:p>
      </dsp:txBody>
      <dsp:txXfrm>
        <a:off x="0" y="1702007"/>
        <a:ext cx="4869656" cy="567128"/>
      </dsp:txXfrm>
    </dsp:sp>
    <dsp:sp modelId="{1FC1F49E-2CC8-43FD-A644-DA335DF1FCDD}">
      <dsp:nvSpPr>
        <dsp:cNvPr id="0" name=""/>
        <dsp:cNvSpPr/>
      </dsp:nvSpPr>
      <dsp:spPr>
        <a:xfrm>
          <a:off x="0" y="2269135"/>
          <a:ext cx="4869656" cy="0"/>
        </a:xfrm>
        <a:prstGeom prst="line">
          <a:avLst/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15875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ABC544-E0C3-45E9-B0B0-F3B0D2DEB911}">
      <dsp:nvSpPr>
        <dsp:cNvPr id="0" name=""/>
        <dsp:cNvSpPr/>
      </dsp:nvSpPr>
      <dsp:spPr>
        <a:xfrm>
          <a:off x="0" y="2269135"/>
          <a:ext cx="4869656" cy="5671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Battery Capacity</a:t>
          </a:r>
        </a:p>
      </dsp:txBody>
      <dsp:txXfrm>
        <a:off x="0" y="2269135"/>
        <a:ext cx="4869656" cy="567128"/>
      </dsp:txXfrm>
    </dsp:sp>
    <dsp:sp modelId="{327AD777-5D65-4B0D-B78D-83EFD5882DC7}">
      <dsp:nvSpPr>
        <dsp:cNvPr id="0" name=""/>
        <dsp:cNvSpPr/>
      </dsp:nvSpPr>
      <dsp:spPr>
        <a:xfrm>
          <a:off x="0" y="2836264"/>
          <a:ext cx="4869656" cy="0"/>
        </a:xfrm>
        <a:prstGeom prst="line">
          <a:avLst/>
        </a:prstGeom>
        <a:solidFill>
          <a:schemeClr val="accent2">
            <a:hueOff val="-2246226"/>
            <a:satOff val="15451"/>
            <a:lumOff val="1715"/>
            <a:alphaOff val="0"/>
          </a:schemeClr>
        </a:solidFill>
        <a:ln w="15875" cap="rnd" cmpd="sng" algn="ctr">
          <a:solidFill>
            <a:schemeClr val="accent2">
              <a:hueOff val="-2246226"/>
              <a:satOff val="15451"/>
              <a:lumOff val="17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F38DA1-8353-40A4-8DF8-FFA08EF6894F}">
      <dsp:nvSpPr>
        <dsp:cNvPr id="0" name=""/>
        <dsp:cNvSpPr/>
      </dsp:nvSpPr>
      <dsp:spPr>
        <a:xfrm>
          <a:off x="0" y="2836264"/>
          <a:ext cx="4869656" cy="5671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Rear &amp; Front Camera</a:t>
          </a:r>
        </a:p>
      </dsp:txBody>
      <dsp:txXfrm>
        <a:off x="0" y="2836264"/>
        <a:ext cx="4869656" cy="567128"/>
      </dsp:txXfrm>
    </dsp:sp>
    <dsp:sp modelId="{F8810CBA-C705-4C44-8C78-73A2E692D829}">
      <dsp:nvSpPr>
        <dsp:cNvPr id="0" name=""/>
        <dsp:cNvSpPr/>
      </dsp:nvSpPr>
      <dsp:spPr>
        <a:xfrm>
          <a:off x="0" y="3403392"/>
          <a:ext cx="4869656" cy="0"/>
        </a:xfrm>
        <a:prstGeom prst="line">
          <a:avLst/>
        </a:prstGeom>
        <a:solidFill>
          <a:schemeClr val="accent2">
            <a:hueOff val="-2695471"/>
            <a:satOff val="18542"/>
            <a:lumOff val="2058"/>
            <a:alphaOff val="0"/>
          </a:schemeClr>
        </a:solidFill>
        <a:ln w="15875" cap="rnd" cmpd="sng" algn="ctr">
          <a:solidFill>
            <a:schemeClr val="accent2">
              <a:hueOff val="-2695471"/>
              <a:satOff val="18542"/>
              <a:lumOff val="20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8CE59D-C21B-4864-B1A9-52A8193C9CBD}">
      <dsp:nvSpPr>
        <dsp:cNvPr id="0" name=""/>
        <dsp:cNvSpPr/>
      </dsp:nvSpPr>
      <dsp:spPr>
        <a:xfrm>
          <a:off x="0" y="3403392"/>
          <a:ext cx="4869656" cy="5671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Processor</a:t>
          </a:r>
        </a:p>
      </dsp:txBody>
      <dsp:txXfrm>
        <a:off x="0" y="3403392"/>
        <a:ext cx="4869656" cy="567128"/>
      </dsp:txXfrm>
    </dsp:sp>
    <dsp:sp modelId="{A5C5ECD3-71DC-4906-9462-D292527645CA}">
      <dsp:nvSpPr>
        <dsp:cNvPr id="0" name=""/>
        <dsp:cNvSpPr/>
      </dsp:nvSpPr>
      <dsp:spPr>
        <a:xfrm>
          <a:off x="0" y="3970520"/>
          <a:ext cx="4869656" cy="0"/>
        </a:xfrm>
        <a:prstGeom prst="line">
          <a:avLst/>
        </a:prstGeom>
        <a:solidFill>
          <a:schemeClr val="accent2">
            <a:hueOff val="-3144716"/>
            <a:satOff val="21632"/>
            <a:lumOff val="2401"/>
            <a:alphaOff val="0"/>
          </a:schemeClr>
        </a:solidFill>
        <a:ln w="15875" cap="rnd" cmpd="sng" algn="ctr">
          <a:solidFill>
            <a:schemeClr val="accent2">
              <a:hueOff val="-3144716"/>
              <a:satOff val="21632"/>
              <a:lumOff val="240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A714E5-E0F3-4067-8C43-64D86ED19A45}">
      <dsp:nvSpPr>
        <dsp:cNvPr id="0" name=""/>
        <dsp:cNvSpPr/>
      </dsp:nvSpPr>
      <dsp:spPr>
        <a:xfrm>
          <a:off x="0" y="3970520"/>
          <a:ext cx="4869656" cy="5671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AI Lens</a:t>
          </a:r>
        </a:p>
      </dsp:txBody>
      <dsp:txXfrm>
        <a:off x="0" y="3970520"/>
        <a:ext cx="4869656" cy="567128"/>
      </dsp:txXfrm>
    </dsp:sp>
    <dsp:sp modelId="{F6A509AF-21FD-48ED-ADF4-C78EA460C170}">
      <dsp:nvSpPr>
        <dsp:cNvPr id="0" name=""/>
        <dsp:cNvSpPr/>
      </dsp:nvSpPr>
      <dsp:spPr>
        <a:xfrm>
          <a:off x="0" y="4537648"/>
          <a:ext cx="4869656" cy="0"/>
        </a:xfrm>
        <a:prstGeom prst="line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93AA1C-23FB-4D97-A9C1-166045C2D6B1}">
      <dsp:nvSpPr>
        <dsp:cNvPr id="0" name=""/>
        <dsp:cNvSpPr/>
      </dsp:nvSpPr>
      <dsp:spPr>
        <a:xfrm>
          <a:off x="0" y="4537648"/>
          <a:ext cx="4869656" cy="5671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Price (Target Variable)</a:t>
          </a:r>
        </a:p>
      </dsp:txBody>
      <dsp:txXfrm>
        <a:off x="0" y="4537648"/>
        <a:ext cx="4869656" cy="5671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03DA9A-7507-47F3-8D79-D00166232DD1}">
      <dsp:nvSpPr>
        <dsp:cNvPr id="0" name=""/>
        <dsp:cNvSpPr/>
      </dsp:nvSpPr>
      <dsp:spPr>
        <a:xfrm>
          <a:off x="0" y="0"/>
          <a:ext cx="486965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166D4B-367D-44CA-8FED-210E81B75D94}">
      <dsp:nvSpPr>
        <dsp:cNvPr id="0" name=""/>
        <dsp:cNvSpPr/>
      </dsp:nvSpPr>
      <dsp:spPr>
        <a:xfrm>
          <a:off x="0" y="0"/>
          <a:ext cx="4869656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Checked data types and structure</a:t>
          </a:r>
        </a:p>
      </dsp:txBody>
      <dsp:txXfrm>
        <a:off x="0" y="0"/>
        <a:ext cx="4869656" cy="1276350"/>
      </dsp:txXfrm>
    </dsp:sp>
    <dsp:sp modelId="{DEC106BB-D477-4DC8-A00F-D663915F3562}">
      <dsp:nvSpPr>
        <dsp:cNvPr id="0" name=""/>
        <dsp:cNvSpPr/>
      </dsp:nvSpPr>
      <dsp:spPr>
        <a:xfrm>
          <a:off x="0" y="1276350"/>
          <a:ext cx="486965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83E90E-943F-421D-9ACB-D3E627AF75C3}">
      <dsp:nvSpPr>
        <dsp:cNvPr id="0" name=""/>
        <dsp:cNvSpPr/>
      </dsp:nvSpPr>
      <dsp:spPr>
        <a:xfrm>
          <a:off x="0" y="1276350"/>
          <a:ext cx="4869656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Identified numerical and categorical features</a:t>
          </a:r>
        </a:p>
      </dsp:txBody>
      <dsp:txXfrm>
        <a:off x="0" y="1276350"/>
        <a:ext cx="4869656" cy="1276350"/>
      </dsp:txXfrm>
    </dsp:sp>
    <dsp:sp modelId="{ABC70583-05D1-4E30-B18D-00994C5AF391}">
      <dsp:nvSpPr>
        <dsp:cNvPr id="0" name=""/>
        <dsp:cNvSpPr/>
      </dsp:nvSpPr>
      <dsp:spPr>
        <a:xfrm>
          <a:off x="0" y="2552700"/>
          <a:ext cx="486965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782CD6-483F-4480-8BC1-CBE7A41C406F}">
      <dsp:nvSpPr>
        <dsp:cNvPr id="0" name=""/>
        <dsp:cNvSpPr/>
      </dsp:nvSpPr>
      <dsp:spPr>
        <a:xfrm>
          <a:off x="0" y="2552700"/>
          <a:ext cx="4869656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Checked missing values</a:t>
          </a:r>
        </a:p>
      </dsp:txBody>
      <dsp:txXfrm>
        <a:off x="0" y="2552700"/>
        <a:ext cx="4869656" cy="1276350"/>
      </dsp:txXfrm>
    </dsp:sp>
    <dsp:sp modelId="{C321364F-6A00-4917-8680-91BB3E45914A}">
      <dsp:nvSpPr>
        <dsp:cNvPr id="0" name=""/>
        <dsp:cNvSpPr/>
      </dsp:nvSpPr>
      <dsp:spPr>
        <a:xfrm>
          <a:off x="0" y="3829050"/>
          <a:ext cx="486965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E0BF37-EC54-4A3F-8F92-97543B1A7720}">
      <dsp:nvSpPr>
        <dsp:cNvPr id="0" name=""/>
        <dsp:cNvSpPr/>
      </dsp:nvSpPr>
      <dsp:spPr>
        <a:xfrm>
          <a:off x="0" y="3829050"/>
          <a:ext cx="4869656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Analyzed price distribution</a:t>
          </a:r>
        </a:p>
      </dsp:txBody>
      <dsp:txXfrm>
        <a:off x="0" y="3829050"/>
        <a:ext cx="4869656" cy="12763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D50EE8-EFCF-491D-BB9F-C2F95B82FCAA}">
      <dsp:nvSpPr>
        <dsp:cNvPr id="0" name=""/>
        <dsp:cNvSpPr/>
      </dsp:nvSpPr>
      <dsp:spPr>
        <a:xfrm>
          <a:off x="742713" y="78967"/>
          <a:ext cx="1156515" cy="11565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626357-DAA5-4F33-B730-AC61E1BC002B}">
      <dsp:nvSpPr>
        <dsp:cNvPr id="0" name=""/>
        <dsp:cNvSpPr/>
      </dsp:nvSpPr>
      <dsp:spPr>
        <a:xfrm>
          <a:off x="989183" y="325438"/>
          <a:ext cx="663574" cy="66357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8617D2-12D8-463F-B580-DC2948C7B044}">
      <dsp:nvSpPr>
        <dsp:cNvPr id="0" name=""/>
        <dsp:cNvSpPr/>
      </dsp:nvSpPr>
      <dsp:spPr>
        <a:xfrm>
          <a:off x="373007" y="1595709"/>
          <a:ext cx="189592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Correlation Analysis</a:t>
          </a:r>
        </a:p>
      </dsp:txBody>
      <dsp:txXfrm>
        <a:off x="373007" y="1595709"/>
        <a:ext cx="1895926" cy="720000"/>
      </dsp:txXfrm>
    </dsp:sp>
    <dsp:sp modelId="{12B76BBD-8219-43EF-BD2E-D936FDD35003}">
      <dsp:nvSpPr>
        <dsp:cNvPr id="0" name=""/>
        <dsp:cNvSpPr/>
      </dsp:nvSpPr>
      <dsp:spPr>
        <a:xfrm>
          <a:off x="2970427" y="78967"/>
          <a:ext cx="1156515" cy="11565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996059-571A-4EAE-8A67-5AE054638753}">
      <dsp:nvSpPr>
        <dsp:cNvPr id="0" name=""/>
        <dsp:cNvSpPr/>
      </dsp:nvSpPr>
      <dsp:spPr>
        <a:xfrm>
          <a:off x="3216897" y="325438"/>
          <a:ext cx="663574" cy="66357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C5D492-799B-40D1-9C69-5DBD8E04C98E}">
      <dsp:nvSpPr>
        <dsp:cNvPr id="0" name=""/>
        <dsp:cNvSpPr/>
      </dsp:nvSpPr>
      <dsp:spPr>
        <a:xfrm>
          <a:off x="2600721" y="1595709"/>
          <a:ext cx="189592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Heatmap Visualization</a:t>
          </a:r>
        </a:p>
      </dsp:txBody>
      <dsp:txXfrm>
        <a:off x="2600721" y="1595709"/>
        <a:ext cx="1895926" cy="720000"/>
      </dsp:txXfrm>
    </dsp:sp>
    <dsp:sp modelId="{CE36F286-F30B-4D72-907D-8C8EF578E811}">
      <dsp:nvSpPr>
        <dsp:cNvPr id="0" name=""/>
        <dsp:cNvSpPr/>
      </dsp:nvSpPr>
      <dsp:spPr>
        <a:xfrm>
          <a:off x="742713" y="2789690"/>
          <a:ext cx="1156515" cy="11565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BE4191-8476-4793-AFD1-95D14EC01F79}">
      <dsp:nvSpPr>
        <dsp:cNvPr id="0" name=""/>
        <dsp:cNvSpPr/>
      </dsp:nvSpPr>
      <dsp:spPr>
        <a:xfrm>
          <a:off x="989183" y="3036161"/>
          <a:ext cx="663574" cy="66357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C67706-8352-4615-A7A7-7165F54D545A}">
      <dsp:nvSpPr>
        <dsp:cNvPr id="0" name=""/>
        <dsp:cNvSpPr/>
      </dsp:nvSpPr>
      <dsp:spPr>
        <a:xfrm>
          <a:off x="373007" y="4306432"/>
          <a:ext cx="189592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Random Forest Feature Importance</a:t>
          </a:r>
        </a:p>
      </dsp:txBody>
      <dsp:txXfrm>
        <a:off x="373007" y="4306432"/>
        <a:ext cx="1895926" cy="720000"/>
      </dsp:txXfrm>
    </dsp:sp>
    <dsp:sp modelId="{C648A70D-9591-446B-B318-A35848AEF8B1}">
      <dsp:nvSpPr>
        <dsp:cNvPr id="0" name=""/>
        <dsp:cNvSpPr/>
      </dsp:nvSpPr>
      <dsp:spPr>
        <a:xfrm>
          <a:off x="2970427" y="2789690"/>
          <a:ext cx="1156515" cy="11565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FC4560-BEF2-490F-BCF7-FF333AF382D3}">
      <dsp:nvSpPr>
        <dsp:cNvPr id="0" name=""/>
        <dsp:cNvSpPr/>
      </dsp:nvSpPr>
      <dsp:spPr>
        <a:xfrm>
          <a:off x="3216897" y="3036161"/>
          <a:ext cx="663574" cy="66357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A40567-3A4E-42CC-B38A-092911865F5F}">
      <dsp:nvSpPr>
        <dsp:cNvPr id="0" name=""/>
        <dsp:cNvSpPr/>
      </dsp:nvSpPr>
      <dsp:spPr>
        <a:xfrm>
          <a:off x="2600721" y="4306432"/>
          <a:ext cx="189592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Selected most influential features</a:t>
          </a:r>
        </a:p>
      </dsp:txBody>
      <dsp:txXfrm>
        <a:off x="2600721" y="4306432"/>
        <a:ext cx="1895926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512325-4D2F-4DFE-A1DD-9FA300F8DA0B}">
      <dsp:nvSpPr>
        <dsp:cNvPr id="0" name=""/>
        <dsp:cNvSpPr/>
      </dsp:nvSpPr>
      <dsp:spPr>
        <a:xfrm>
          <a:off x="0" y="2492"/>
          <a:ext cx="486965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C05CF9-40BD-4154-AB12-C2BA1CACBA63}">
      <dsp:nvSpPr>
        <dsp:cNvPr id="0" name=""/>
        <dsp:cNvSpPr/>
      </dsp:nvSpPr>
      <dsp:spPr>
        <a:xfrm>
          <a:off x="0" y="2492"/>
          <a:ext cx="4869656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RAM – Very High Impact</a:t>
          </a:r>
        </a:p>
      </dsp:txBody>
      <dsp:txXfrm>
        <a:off x="0" y="2492"/>
        <a:ext cx="4869656" cy="850069"/>
      </dsp:txXfrm>
    </dsp:sp>
    <dsp:sp modelId="{4913FDE5-9AB6-4605-8DE3-149AD968D487}">
      <dsp:nvSpPr>
        <dsp:cNvPr id="0" name=""/>
        <dsp:cNvSpPr/>
      </dsp:nvSpPr>
      <dsp:spPr>
        <a:xfrm>
          <a:off x="0" y="852561"/>
          <a:ext cx="486965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DA1378-4C93-4E09-A827-98D9795F7ED5}">
      <dsp:nvSpPr>
        <dsp:cNvPr id="0" name=""/>
        <dsp:cNvSpPr/>
      </dsp:nvSpPr>
      <dsp:spPr>
        <a:xfrm>
          <a:off x="0" y="852561"/>
          <a:ext cx="4869656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Internal Memory – High Impact</a:t>
          </a:r>
        </a:p>
      </dsp:txBody>
      <dsp:txXfrm>
        <a:off x="0" y="852561"/>
        <a:ext cx="4869656" cy="850069"/>
      </dsp:txXfrm>
    </dsp:sp>
    <dsp:sp modelId="{D2CE86D9-58B0-44C4-9BED-91E61015C8F9}">
      <dsp:nvSpPr>
        <dsp:cNvPr id="0" name=""/>
        <dsp:cNvSpPr/>
      </dsp:nvSpPr>
      <dsp:spPr>
        <a:xfrm>
          <a:off x="0" y="1702630"/>
          <a:ext cx="486965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423B74-C0EE-4390-A606-86CF7C77F5E0}">
      <dsp:nvSpPr>
        <dsp:cNvPr id="0" name=""/>
        <dsp:cNvSpPr/>
      </dsp:nvSpPr>
      <dsp:spPr>
        <a:xfrm>
          <a:off x="0" y="1702630"/>
          <a:ext cx="4869656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Processor – High Impact</a:t>
          </a:r>
        </a:p>
      </dsp:txBody>
      <dsp:txXfrm>
        <a:off x="0" y="1702630"/>
        <a:ext cx="4869656" cy="850069"/>
      </dsp:txXfrm>
    </dsp:sp>
    <dsp:sp modelId="{C4DC1684-2247-4313-B5DA-02B56AD6EBA3}">
      <dsp:nvSpPr>
        <dsp:cNvPr id="0" name=""/>
        <dsp:cNvSpPr/>
      </dsp:nvSpPr>
      <dsp:spPr>
        <a:xfrm>
          <a:off x="0" y="2552699"/>
          <a:ext cx="486965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13DABF-B601-48A6-AA70-46FDD6369545}">
      <dsp:nvSpPr>
        <dsp:cNvPr id="0" name=""/>
        <dsp:cNvSpPr/>
      </dsp:nvSpPr>
      <dsp:spPr>
        <a:xfrm>
          <a:off x="0" y="2552699"/>
          <a:ext cx="4869656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Rear Camera – Medium to High Impact</a:t>
          </a:r>
        </a:p>
      </dsp:txBody>
      <dsp:txXfrm>
        <a:off x="0" y="2552699"/>
        <a:ext cx="4869656" cy="850069"/>
      </dsp:txXfrm>
    </dsp:sp>
    <dsp:sp modelId="{59682BBA-CC69-4240-A2EF-1FEC67660392}">
      <dsp:nvSpPr>
        <dsp:cNvPr id="0" name=""/>
        <dsp:cNvSpPr/>
      </dsp:nvSpPr>
      <dsp:spPr>
        <a:xfrm>
          <a:off x="0" y="3402769"/>
          <a:ext cx="486965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B66B0F-246C-4D6A-BC3A-5C8572054A59}">
      <dsp:nvSpPr>
        <dsp:cNvPr id="0" name=""/>
        <dsp:cNvSpPr/>
      </dsp:nvSpPr>
      <dsp:spPr>
        <a:xfrm>
          <a:off x="0" y="3402769"/>
          <a:ext cx="4869656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Battery Capacity – Medium Impact</a:t>
          </a:r>
        </a:p>
      </dsp:txBody>
      <dsp:txXfrm>
        <a:off x="0" y="3402769"/>
        <a:ext cx="4869656" cy="850069"/>
      </dsp:txXfrm>
    </dsp:sp>
    <dsp:sp modelId="{11B5E7B4-A044-4FC9-8E24-D7594B4015A7}">
      <dsp:nvSpPr>
        <dsp:cNvPr id="0" name=""/>
        <dsp:cNvSpPr/>
      </dsp:nvSpPr>
      <dsp:spPr>
        <a:xfrm>
          <a:off x="0" y="4252838"/>
          <a:ext cx="486965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D54FCA-673D-4AEA-B244-AA1C8207724B}">
      <dsp:nvSpPr>
        <dsp:cNvPr id="0" name=""/>
        <dsp:cNvSpPr/>
      </dsp:nvSpPr>
      <dsp:spPr>
        <a:xfrm>
          <a:off x="0" y="4252838"/>
          <a:ext cx="4869656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Colour – Low Impact</a:t>
          </a:r>
        </a:p>
      </dsp:txBody>
      <dsp:txXfrm>
        <a:off x="0" y="4252838"/>
        <a:ext cx="4869656" cy="85006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B6E97A-C4E9-4F5B-8EAB-5DEF7128C2F8}">
      <dsp:nvSpPr>
        <dsp:cNvPr id="0" name=""/>
        <dsp:cNvSpPr/>
      </dsp:nvSpPr>
      <dsp:spPr>
        <a:xfrm>
          <a:off x="742713" y="78967"/>
          <a:ext cx="1156515" cy="11565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973F02-0CF5-45C7-A617-CE3FDF678B7D}">
      <dsp:nvSpPr>
        <dsp:cNvPr id="0" name=""/>
        <dsp:cNvSpPr/>
      </dsp:nvSpPr>
      <dsp:spPr>
        <a:xfrm>
          <a:off x="989183" y="325438"/>
          <a:ext cx="663574" cy="66357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029F0F-E584-4024-9AB3-E27F9542824A}">
      <dsp:nvSpPr>
        <dsp:cNvPr id="0" name=""/>
        <dsp:cNvSpPr/>
      </dsp:nvSpPr>
      <dsp:spPr>
        <a:xfrm>
          <a:off x="373007" y="1595709"/>
          <a:ext cx="189592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Train-Test Split (80-20)</a:t>
          </a:r>
        </a:p>
      </dsp:txBody>
      <dsp:txXfrm>
        <a:off x="373007" y="1595709"/>
        <a:ext cx="1895926" cy="720000"/>
      </dsp:txXfrm>
    </dsp:sp>
    <dsp:sp modelId="{A8BA081B-5556-4837-B01D-F7A7FFB2E46C}">
      <dsp:nvSpPr>
        <dsp:cNvPr id="0" name=""/>
        <dsp:cNvSpPr/>
      </dsp:nvSpPr>
      <dsp:spPr>
        <a:xfrm>
          <a:off x="2970427" y="78967"/>
          <a:ext cx="1156515" cy="11565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ED0738-36BA-4420-91BB-4508766AC088}">
      <dsp:nvSpPr>
        <dsp:cNvPr id="0" name=""/>
        <dsp:cNvSpPr/>
      </dsp:nvSpPr>
      <dsp:spPr>
        <a:xfrm>
          <a:off x="3216897" y="325438"/>
          <a:ext cx="663574" cy="66357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1949C1-4080-4780-B146-B02C0A2F349A}">
      <dsp:nvSpPr>
        <dsp:cNvPr id="0" name=""/>
        <dsp:cNvSpPr/>
      </dsp:nvSpPr>
      <dsp:spPr>
        <a:xfrm>
          <a:off x="2600721" y="1595709"/>
          <a:ext cx="189592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Linear Regression Model</a:t>
          </a:r>
        </a:p>
      </dsp:txBody>
      <dsp:txXfrm>
        <a:off x="2600721" y="1595709"/>
        <a:ext cx="1895926" cy="720000"/>
      </dsp:txXfrm>
    </dsp:sp>
    <dsp:sp modelId="{518D3991-6AC2-427C-B78D-9FA8F1B39E09}">
      <dsp:nvSpPr>
        <dsp:cNvPr id="0" name=""/>
        <dsp:cNvSpPr/>
      </dsp:nvSpPr>
      <dsp:spPr>
        <a:xfrm>
          <a:off x="742713" y="2789690"/>
          <a:ext cx="1156515" cy="11565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49E1C0-0DC8-44ED-85FA-328E38977305}">
      <dsp:nvSpPr>
        <dsp:cNvPr id="0" name=""/>
        <dsp:cNvSpPr/>
      </dsp:nvSpPr>
      <dsp:spPr>
        <a:xfrm>
          <a:off x="989183" y="3036161"/>
          <a:ext cx="663574" cy="66357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E2A6EE-C4BE-43FB-94DE-2EF1591F1DDA}">
      <dsp:nvSpPr>
        <dsp:cNvPr id="0" name=""/>
        <dsp:cNvSpPr/>
      </dsp:nvSpPr>
      <dsp:spPr>
        <a:xfrm>
          <a:off x="373007" y="4306432"/>
          <a:ext cx="189592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Random Forest Regressor</a:t>
          </a:r>
        </a:p>
      </dsp:txBody>
      <dsp:txXfrm>
        <a:off x="373007" y="4306432"/>
        <a:ext cx="1895926" cy="720000"/>
      </dsp:txXfrm>
    </dsp:sp>
    <dsp:sp modelId="{3093B27F-7FBE-4B8E-A2CB-1F50C1E5FF45}">
      <dsp:nvSpPr>
        <dsp:cNvPr id="0" name=""/>
        <dsp:cNvSpPr/>
      </dsp:nvSpPr>
      <dsp:spPr>
        <a:xfrm>
          <a:off x="2970427" y="2789690"/>
          <a:ext cx="1156515" cy="11565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F5F636-08AF-4C77-9DBC-46A8570E36DF}">
      <dsp:nvSpPr>
        <dsp:cNvPr id="0" name=""/>
        <dsp:cNvSpPr/>
      </dsp:nvSpPr>
      <dsp:spPr>
        <a:xfrm>
          <a:off x="3216897" y="3036161"/>
          <a:ext cx="663574" cy="66357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CEBBBA-9EE8-4669-98CE-397860DE3448}">
      <dsp:nvSpPr>
        <dsp:cNvPr id="0" name=""/>
        <dsp:cNvSpPr/>
      </dsp:nvSpPr>
      <dsp:spPr>
        <a:xfrm>
          <a:off x="2600721" y="4306432"/>
          <a:ext cx="189592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Compared performance metrics</a:t>
          </a:r>
        </a:p>
      </dsp:txBody>
      <dsp:txXfrm>
        <a:off x="2600721" y="4306432"/>
        <a:ext cx="1895926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E41115-784F-4B68-9DAC-7D3EBA5C91EA}">
      <dsp:nvSpPr>
        <dsp:cNvPr id="0" name=""/>
        <dsp:cNvSpPr/>
      </dsp:nvSpPr>
      <dsp:spPr>
        <a:xfrm>
          <a:off x="742713" y="78967"/>
          <a:ext cx="1156515" cy="11565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5E2702-C49E-4AF4-B3AF-F6F6C328F4F2}">
      <dsp:nvSpPr>
        <dsp:cNvPr id="0" name=""/>
        <dsp:cNvSpPr/>
      </dsp:nvSpPr>
      <dsp:spPr>
        <a:xfrm>
          <a:off x="989183" y="325438"/>
          <a:ext cx="663574" cy="66357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23C493-E215-48B1-A648-BF189B4A2720}">
      <dsp:nvSpPr>
        <dsp:cNvPr id="0" name=""/>
        <dsp:cNvSpPr/>
      </dsp:nvSpPr>
      <dsp:spPr>
        <a:xfrm>
          <a:off x="373007" y="1595709"/>
          <a:ext cx="189592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Mean Absolute Error (MAE)</a:t>
          </a:r>
        </a:p>
      </dsp:txBody>
      <dsp:txXfrm>
        <a:off x="373007" y="1595709"/>
        <a:ext cx="1895926" cy="720000"/>
      </dsp:txXfrm>
    </dsp:sp>
    <dsp:sp modelId="{41F90655-74AC-4207-A6AA-11006636A865}">
      <dsp:nvSpPr>
        <dsp:cNvPr id="0" name=""/>
        <dsp:cNvSpPr/>
      </dsp:nvSpPr>
      <dsp:spPr>
        <a:xfrm>
          <a:off x="2970427" y="78967"/>
          <a:ext cx="1156515" cy="11565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855ED7-EEEA-4A0F-94C0-38E9B506A9CF}">
      <dsp:nvSpPr>
        <dsp:cNvPr id="0" name=""/>
        <dsp:cNvSpPr/>
      </dsp:nvSpPr>
      <dsp:spPr>
        <a:xfrm>
          <a:off x="3216897" y="325438"/>
          <a:ext cx="663574" cy="66357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03CD0A-8C8D-4FE3-BE5E-1FBA5B4FDDE3}">
      <dsp:nvSpPr>
        <dsp:cNvPr id="0" name=""/>
        <dsp:cNvSpPr/>
      </dsp:nvSpPr>
      <dsp:spPr>
        <a:xfrm>
          <a:off x="2600721" y="1595709"/>
          <a:ext cx="189592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Root Mean Squared Error (RMSE)</a:t>
          </a:r>
        </a:p>
      </dsp:txBody>
      <dsp:txXfrm>
        <a:off x="2600721" y="1595709"/>
        <a:ext cx="1895926" cy="720000"/>
      </dsp:txXfrm>
    </dsp:sp>
    <dsp:sp modelId="{BA464C1F-1612-4F78-8BFA-BC7800B53387}">
      <dsp:nvSpPr>
        <dsp:cNvPr id="0" name=""/>
        <dsp:cNvSpPr/>
      </dsp:nvSpPr>
      <dsp:spPr>
        <a:xfrm>
          <a:off x="742713" y="2789690"/>
          <a:ext cx="1156515" cy="11565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75C2ED-68AF-4D68-8A86-EBB4D62BF626}">
      <dsp:nvSpPr>
        <dsp:cNvPr id="0" name=""/>
        <dsp:cNvSpPr/>
      </dsp:nvSpPr>
      <dsp:spPr>
        <a:xfrm>
          <a:off x="989183" y="3036161"/>
          <a:ext cx="663574" cy="66357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A00B15-9F3C-42F1-835C-57BEDC98E98A}">
      <dsp:nvSpPr>
        <dsp:cNvPr id="0" name=""/>
        <dsp:cNvSpPr/>
      </dsp:nvSpPr>
      <dsp:spPr>
        <a:xfrm>
          <a:off x="373007" y="4306432"/>
          <a:ext cx="189592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Random Forest performed better</a:t>
          </a:r>
        </a:p>
      </dsp:txBody>
      <dsp:txXfrm>
        <a:off x="373007" y="4306432"/>
        <a:ext cx="1895926" cy="720000"/>
      </dsp:txXfrm>
    </dsp:sp>
    <dsp:sp modelId="{8288E4D1-EF02-4B05-9EDC-2476526236DF}">
      <dsp:nvSpPr>
        <dsp:cNvPr id="0" name=""/>
        <dsp:cNvSpPr/>
      </dsp:nvSpPr>
      <dsp:spPr>
        <a:xfrm>
          <a:off x="2970427" y="2789690"/>
          <a:ext cx="1156515" cy="11565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E83DF8-A9D7-45BD-A135-91A05A77B257}">
      <dsp:nvSpPr>
        <dsp:cNvPr id="0" name=""/>
        <dsp:cNvSpPr/>
      </dsp:nvSpPr>
      <dsp:spPr>
        <a:xfrm>
          <a:off x="3216897" y="3036161"/>
          <a:ext cx="663574" cy="66357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8AE904-B7C1-457A-A581-F816E859C365}">
      <dsp:nvSpPr>
        <dsp:cNvPr id="0" name=""/>
        <dsp:cNvSpPr/>
      </dsp:nvSpPr>
      <dsp:spPr>
        <a:xfrm>
          <a:off x="2600721" y="4306432"/>
          <a:ext cx="189592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Model provides accurate price predictions</a:t>
          </a:r>
        </a:p>
      </dsp:txBody>
      <dsp:txXfrm>
        <a:off x="2600721" y="4306432"/>
        <a:ext cx="1895926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B134FF-3A9A-453C-8BFB-1052FF13E389}">
      <dsp:nvSpPr>
        <dsp:cNvPr id="0" name=""/>
        <dsp:cNvSpPr/>
      </dsp:nvSpPr>
      <dsp:spPr>
        <a:xfrm>
          <a:off x="660566" y="270744"/>
          <a:ext cx="982668" cy="9826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5B546C-5328-4AE1-A9D8-1ACD14F51CA4}">
      <dsp:nvSpPr>
        <dsp:cNvPr id="0" name=""/>
        <dsp:cNvSpPr/>
      </dsp:nvSpPr>
      <dsp:spPr>
        <a:xfrm>
          <a:off x="60046" y="1559736"/>
          <a:ext cx="21837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Technical specifications drive pricing</a:t>
          </a:r>
        </a:p>
      </dsp:txBody>
      <dsp:txXfrm>
        <a:off x="60046" y="1559736"/>
        <a:ext cx="2183707" cy="720000"/>
      </dsp:txXfrm>
    </dsp:sp>
    <dsp:sp modelId="{FCA3A4B4-EC6D-4B6B-B6B1-D9FB19EB9EA3}">
      <dsp:nvSpPr>
        <dsp:cNvPr id="0" name=""/>
        <dsp:cNvSpPr/>
      </dsp:nvSpPr>
      <dsp:spPr>
        <a:xfrm>
          <a:off x="3226421" y="270744"/>
          <a:ext cx="982668" cy="9826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305058-721A-4A66-886B-728C2755F9CB}">
      <dsp:nvSpPr>
        <dsp:cNvPr id="0" name=""/>
        <dsp:cNvSpPr/>
      </dsp:nvSpPr>
      <dsp:spPr>
        <a:xfrm>
          <a:off x="2625902" y="1559736"/>
          <a:ext cx="21837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Higher RAM &amp; Processor increase price significantly</a:t>
          </a:r>
        </a:p>
      </dsp:txBody>
      <dsp:txXfrm>
        <a:off x="2625902" y="1559736"/>
        <a:ext cx="2183707" cy="720000"/>
      </dsp:txXfrm>
    </dsp:sp>
    <dsp:sp modelId="{A664A7D7-D104-41E9-B44B-017FC0B1CC72}">
      <dsp:nvSpPr>
        <dsp:cNvPr id="0" name=""/>
        <dsp:cNvSpPr/>
      </dsp:nvSpPr>
      <dsp:spPr>
        <a:xfrm>
          <a:off x="660566" y="2825663"/>
          <a:ext cx="982668" cy="9826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3E19B9-B16A-41D2-A158-289BF47EA88A}">
      <dsp:nvSpPr>
        <dsp:cNvPr id="0" name=""/>
        <dsp:cNvSpPr/>
      </dsp:nvSpPr>
      <dsp:spPr>
        <a:xfrm>
          <a:off x="60046" y="4114655"/>
          <a:ext cx="21837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Camera improvements increase premium pricing</a:t>
          </a:r>
        </a:p>
      </dsp:txBody>
      <dsp:txXfrm>
        <a:off x="60046" y="4114655"/>
        <a:ext cx="2183707" cy="720000"/>
      </dsp:txXfrm>
    </dsp:sp>
    <dsp:sp modelId="{5CF47E28-06C0-40A8-A35D-7256649EB30B}">
      <dsp:nvSpPr>
        <dsp:cNvPr id="0" name=""/>
        <dsp:cNvSpPr/>
      </dsp:nvSpPr>
      <dsp:spPr>
        <a:xfrm>
          <a:off x="3226421" y="2825663"/>
          <a:ext cx="982668" cy="98266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C6ADB7-47FC-4352-ABB1-3A6605CB95F8}">
      <dsp:nvSpPr>
        <dsp:cNvPr id="0" name=""/>
        <dsp:cNvSpPr/>
      </dsp:nvSpPr>
      <dsp:spPr>
        <a:xfrm>
          <a:off x="2625902" y="4114655"/>
          <a:ext cx="21837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Cosmetic features have minimal impact</a:t>
          </a:r>
        </a:p>
      </dsp:txBody>
      <dsp:txXfrm>
        <a:off x="2625902" y="4114655"/>
        <a:ext cx="2183707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F90F3-A27D-424B-8C64-71471E395A34}">
      <dsp:nvSpPr>
        <dsp:cNvPr id="0" name=""/>
        <dsp:cNvSpPr/>
      </dsp:nvSpPr>
      <dsp:spPr>
        <a:xfrm>
          <a:off x="660566" y="270744"/>
          <a:ext cx="982668" cy="9826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973570-4E70-4BA8-9891-831EDD4D3119}">
      <dsp:nvSpPr>
        <dsp:cNvPr id="0" name=""/>
        <dsp:cNvSpPr/>
      </dsp:nvSpPr>
      <dsp:spPr>
        <a:xfrm>
          <a:off x="60046" y="1559736"/>
          <a:ext cx="21837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Focus pricing strategy on RAM &amp; Processor</a:t>
          </a:r>
        </a:p>
      </dsp:txBody>
      <dsp:txXfrm>
        <a:off x="60046" y="1559736"/>
        <a:ext cx="2183707" cy="720000"/>
      </dsp:txXfrm>
    </dsp:sp>
    <dsp:sp modelId="{7794CDB7-6675-4626-9D53-391B04852DEB}">
      <dsp:nvSpPr>
        <dsp:cNvPr id="0" name=""/>
        <dsp:cNvSpPr/>
      </dsp:nvSpPr>
      <dsp:spPr>
        <a:xfrm>
          <a:off x="3226421" y="270744"/>
          <a:ext cx="982668" cy="9826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60CDD3-5133-4D03-8DCA-FFD09932F5C0}">
      <dsp:nvSpPr>
        <dsp:cNvPr id="0" name=""/>
        <dsp:cNvSpPr/>
      </dsp:nvSpPr>
      <dsp:spPr>
        <a:xfrm>
          <a:off x="2625902" y="1559736"/>
          <a:ext cx="21837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Promote high camera specs for premium segment</a:t>
          </a:r>
        </a:p>
      </dsp:txBody>
      <dsp:txXfrm>
        <a:off x="2625902" y="1559736"/>
        <a:ext cx="2183707" cy="720000"/>
      </dsp:txXfrm>
    </dsp:sp>
    <dsp:sp modelId="{9F3478FA-71B5-4D85-834A-E26683980E42}">
      <dsp:nvSpPr>
        <dsp:cNvPr id="0" name=""/>
        <dsp:cNvSpPr/>
      </dsp:nvSpPr>
      <dsp:spPr>
        <a:xfrm>
          <a:off x="660566" y="2825663"/>
          <a:ext cx="982668" cy="9826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3030CB-5D61-40B2-AE13-99BA54851F48}">
      <dsp:nvSpPr>
        <dsp:cNvPr id="0" name=""/>
        <dsp:cNvSpPr/>
      </dsp:nvSpPr>
      <dsp:spPr>
        <a:xfrm>
          <a:off x="60046" y="4114655"/>
          <a:ext cx="21837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Battery capacity as supporting feature</a:t>
          </a:r>
        </a:p>
      </dsp:txBody>
      <dsp:txXfrm>
        <a:off x="60046" y="4114655"/>
        <a:ext cx="2183707" cy="720000"/>
      </dsp:txXfrm>
    </dsp:sp>
    <dsp:sp modelId="{691F228F-A096-4785-A73A-BDAB07E71F48}">
      <dsp:nvSpPr>
        <dsp:cNvPr id="0" name=""/>
        <dsp:cNvSpPr/>
      </dsp:nvSpPr>
      <dsp:spPr>
        <a:xfrm>
          <a:off x="3226421" y="2825663"/>
          <a:ext cx="982668" cy="98266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19541E-708F-4800-A41E-5295741D7E75}">
      <dsp:nvSpPr>
        <dsp:cNvPr id="0" name=""/>
        <dsp:cNvSpPr/>
      </dsp:nvSpPr>
      <dsp:spPr>
        <a:xfrm>
          <a:off x="2625902" y="4114655"/>
          <a:ext cx="21837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Do not overprice based on colour variants</a:t>
          </a:r>
        </a:p>
      </dsp:txBody>
      <dsp:txXfrm>
        <a:off x="2625902" y="4114655"/>
        <a:ext cx="2183707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49AE63-DED9-4C04-A093-8A375DB2481B}">
      <dsp:nvSpPr>
        <dsp:cNvPr id="0" name=""/>
        <dsp:cNvSpPr/>
      </dsp:nvSpPr>
      <dsp:spPr>
        <a:xfrm>
          <a:off x="801539" y="625"/>
          <a:ext cx="1050820" cy="105082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62254D-955C-45AB-8AB7-E3A3C55EC9F5}">
      <dsp:nvSpPr>
        <dsp:cNvPr id="0" name=""/>
        <dsp:cNvSpPr/>
      </dsp:nvSpPr>
      <dsp:spPr>
        <a:xfrm>
          <a:off x="1025484" y="224571"/>
          <a:ext cx="602929" cy="60292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1693B4-A4AB-4231-9ED5-2D4FE903E172}">
      <dsp:nvSpPr>
        <dsp:cNvPr id="0" name=""/>
        <dsp:cNvSpPr/>
      </dsp:nvSpPr>
      <dsp:spPr>
        <a:xfrm>
          <a:off x="465621" y="1378750"/>
          <a:ext cx="1722656" cy="689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Successfully built price prediction model</a:t>
          </a:r>
        </a:p>
      </dsp:txBody>
      <dsp:txXfrm>
        <a:off x="465621" y="1378750"/>
        <a:ext cx="1722656" cy="689062"/>
      </dsp:txXfrm>
    </dsp:sp>
    <dsp:sp modelId="{14BFFD13-6DE0-433A-9F63-0FB4A1016A0D}">
      <dsp:nvSpPr>
        <dsp:cNvPr id="0" name=""/>
        <dsp:cNvSpPr/>
      </dsp:nvSpPr>
      <dsp:spPr>
        <a:xfrm>
          <a:off x="2825660" y="625"/>
          <a:ext cx="1050820" cy="105082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947781-11AB-45A0-9FC2-E56C9B95CC14}">
      <dsp:nvSpPr>
        <dsp:cNvPr id="0" name=""/>
        <dsp:cNvSpPr/>
      </dsp:nvSpPr>
      <dsp:spPr>
        <a:xfrm>
          <a:off x="3049605" y="224571"/>
          <a:ext cx="602929" cy="60292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06CB69-8F63-4F03-B773-941C657A03C0}">
      <dsp:nvSpPr>
        <dsp:cNvPr id="0" name=""/>
        <dsp:cNvSpPr/>
      </dsp:nvSpPr>
      <dsp:spPr>
        <a:xfrm>
          <a:off x="2489742" y="1378750"/>
          <a:ext cx="1722656" cy="689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Identified key influential features</a:t>
          </a:r>
        </a:p>
      </dsp:txBody>
      <dsp:txXfrm>
        <a:off x="2489742" y="1378750"/>
        <a:ext cx="1722656" cy="689062"/>
      </dsp:txXfrm>
    </dsp:sp>
    <dsp:sp modelId="{B86B2BFC-AC32-434A-9A31-6277C249B1D9}">
      <dsp:nvSpPr>
        <dsp:cNvPr id="0" name=""/>
        <dsp:cNvSpPr/>
      </dsp:nvSpPr>
      <dsp:spPr>
        <a:xfrm>
          <a:off x="801539" y="2498477"/>
          <a:ext cx="1050820" cy="105082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BBCBC9-25B4-478B-8D04-CB7CB091D67F}">
      <dsp:nvSpPr>
        <dsp:cNvPr id="0" name=""/>
        <dsp:cNvSpPr/>
      </dsp:nvSpPr>
      <dsp:spPr>
        <a:xfrm>
          <a:off x="1025484" y="2722422"/>
          <a:ext cx="602929" cy="60292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5DF297-67A5-443F-A3A7-8D2D52CE0A41}">
      <dsp:nvSpPr>
        <dsp:cNvPr id="0" name=""/>
        <dsp:cNvSpPr/>
      </dsp:nvSpPr>
      <dsp:spPr>
        <a:xfrm>
          <a:off x="465621" y="3876602"/>
          <a:ext cx="1722656" cy="689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Random Forest model gives best results</a:t>
          </a:r>
        </a:p>
      </dsp:txBody>
      <dsp:txXfrm>
        <a:off x="465621" y="3876602"/>
        <a:ext cx="1722656" cy="689062"/>
      </dsp:txXfrm>
    </dsp:sp>
    <dsp:sp modelId="{A2086225-F6BD-428E-830A-37670A6D6D68}">
      <dsp:nvSpPr>
        <dsp:cNvPr id="0" name=""/>
        <dsp:cNvSpPr/>
      </dsp:nvSpPr>
      <dsp:spPr>
        <a:xfrm>
          <a:off x="2825660" y="2498477"/>
          <a:ext cx="1050820" cy="105082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96B8A1-4A74-4C52-90DB-A8498E431467}">
      <dsp:nvSpPr>
        <dsp:cNvPr id="0" name=""/>
        <dsp:cNvSpPr/>
      </dsp:nvSpPr>
      <dsp:spPr>
        <a:xfrm>
          <a:off x="3049605" y="2722422"/>
          <a:ext cx="602929" cy="60292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44EDEB-1C9A-4362-B7B5-F304A0CD67F5}">
      <dsp:nvSpPr>
        <dsp:cNvPr id="0" name=""/>
        <dsp:cNvSpPr/>
      </dsp:nvSpPr>
      <dsp:spPr>
        <a:xfrm>
          <a:off x="2489742" y="3876602"/>
          <a:ext cx="1722656" cy="689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Insights help improve pricing strategy</a:t>
          </a:r>
        </a:p>
      </dsp:txBody>
      <dsp:txXfrm>
        <a:off x="2489742" y="3876602"/>
        <a:ext cx="1722656" cy="6890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923882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14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57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18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78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476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56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094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784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40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25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8185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4165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7218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869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9770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9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27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8348C3-6249-4952-AA86-C63DB35EA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E6174AD-DBB0-43E6-98C2-738DB3A15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19326" y="-4763"/>
            <a:ext cx="3761187" cy="6862763"/>
            <a:chOff x="2928938" y="-4763"/>
            <a:chExt cx="5014912" cy="6862763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0A59800-3661-4778-9D8A-F816C85C41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7A810977-C816-4698-B7E7-0E6BDED79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181E4B1B-2437-4A14-8927-817FC7AED6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3F98AD26-9FF7-44EA-B876-9C857F8ED9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32EBB12A-A9CE-446F-9462-15DAC0D0FA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85925599-F99B-48E5-A384-76136C081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86224" y="1380068"/>
            <a:ext cx="4541042" cy="26161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/>
              <a:t>Feature Extraction and Price Prediction for Mobile Phones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52190" y="3996267"/>
            <a:ext cx="3875076" cy="1388534"/>
          </a:xfrm>
        </p:spPr>
        <p:txBody>
          <a:bodyPr>
            <a:normAutofit/>
          </a:bodyPr>
          <a:lstStyle/>
          <a:p>
            <a:r>
              <a:rPr dirty="0"/>
              <a:t>Project 4</a:t>
            </a:r>
          </a:p>
          <a:p>
            <a:r>
              <a:rPr dirty="0"/>
              <a:t>Prince Kumar</a:t>
            </a:r>
          </a:p>
          <a:p>
            <a:r>
              <a:rPr dirty="0"/>
              <a:t>Deadline: 1</a:t>
            </a:r>
            <a:r>
              <a:rPr lang="en-US" dirty="0"/>
              <a:t>0th</a:t>
            </a:r>
            <a:r>
              <a:rPr dirty="0"/>
              <a:t> March 2026</a:t>
            </a:r>
          </a:p>
        </p:txBody>
      </p:sp>
      <p:pic>
        <p:nvPicPr>
          <p:cNvPr id="5" name="Picture 4" descr="Hand on a tablet with digital signs">
            <a:extLst>
              <a:ext uri="{FF2B5EF4-FFF2-40B4-BE49-F238E27FC236}">
                <a16:creationId xmlns:a16="http://schemas.microsoft.com/office/drawing/2014/main" id="{9147045E-63CE-004D-8C57-DDA9B60FAD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653" r="2574" b="-1"/>
          <a:stretch>
            <a:fillRect/>
          </a:stretch>
        </p:blipFill>
        <p:spPr>
          <a:xfrm>
            <a:off x="20" y="10"/>
            <a:ext cx="4086205" cy="6857990"/>
          </a:xfrm>
          <a:custGeom>
            <a:avLst/>
            <a:gdLst/>
            <a:ahLst/>
            <a:cxnLst/>
            <a:rect l="l" t="t" r="r" b="b"/>
            <a:pathLst>
              <a:path w="5448300" h="6858000">
                <a:moveTo>
                  <a:pt x="0" y="0"/>
                </a:moveTo>
                <a:lnTo>
                  <a:pt x="3513666" y="0"/>
                </a:lnTo>
                <a:lnTo>
                  <a:pt x="2861733" y="2548466"/>
                </a:lnTo>
                <a:lnTo>
                  <a:pt x="5448300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r>
              <a:rPr lang="en-IN" sz="3400">
                <a:solidFill>
                  <a:srgbClr val="FFFFFF"/>
                </a:solidFill>
              </a:rPr>
              <a:t>Project Objective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BDA22A-6BF9-8B65-2280-2329A31D85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9603267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r>
              <a:rPr lang="en-IN" sz="2800">
                <a:solidFill>
                  <a:srgbClr val="FFFFFF"/>
                </a:solidFill>
              </a:rPr>
              <a:t>Dataset Description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B91F0C-544A-B008-567A-841A0963EA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0984115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r>
              <a:rPr lang="en-IN" sz="2800">
                <a:solidFill>
                  <a:srgbClr val="FFFFFF"/>
                </a:solidFill>
              </a:rPr>
              <a:t>Data Exploration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5767A2-340C-2D57-9EBF-60C433415A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8765319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3BF673-8C68-4092-BF1B-53C57EFE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B1BDB70B-F0E6-4867-818F-C582494FB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2812" y="0"/>
            <a:ext cx="8351188" cy="6858000"/>
          </a:xfrm>
          <a:custGeom>
            <a:avLst/>
            <a:gdLst>
              <a:gd name="connsiteX0" fmla="*/ 7627977 w 11134917"/>
              <a:gd name="connsiteY0" fmla="*/ 0 h 6858000"/>
              <a:gd name="connsiteX1" fmla="*/ 8129873 w 11134917"/>
              <a:gd name="connsiteY1" fmla="*/ 0 h 6858000"/>
              <a:gd name="connsiteX2" fmla="*/ 11134917 w 11134917"/>
              <a:gd name="connsiteY2" fmla="*/ 0 h 6858000"/>
              <a:gd name="connsiteX3" fmla="*/ 11134917 w 11134917"/>
              <a:gd name="connsiteY3" fmla="*/ 6858000 h 6858000"/>
              <a:gd name="connsiteX4" fmla="*/ 8129873 w 11134917"/>
              <a:gd name="connsiteY4" fmla="*/ 6858000 h 6858000"/>
              <a:gd name="connsiteX5" fmla="*/ 7627977 w 11134917"/>
              <a:gd name="connsiteY5" fmla="*/ 6858000 h 6858000"/>
              <a:gd name="connsiteX6" fmla="*/ 7627977 w 11134917"/>
              <a:gd name="connsiteY6" fmla="*/ 6857419 h 6858000"/>
              <a:gd name="connsiteX7" fmla="*/ 1921931 w 11134917"/>
              <a:gd name="connsiteY7" fmla="*/ 6850814 h 6858000"/>
              <a:gd name="connsiteX8" fmla="*/ 0 w 11134917"/>
              <a:gd name="connsiteY8" fmla="*/ 5325357 h 6858000"/>
              <a:gd name="connsiteX9" fmla="*/ 838199 w 11134917"/>
              <a:gd name="connsiteY9" fmla="*/ 7331 h 6858000"/>
              <a:gd name="connsiteX10" fmla="*/ 7627977 w 11134917"/>
              <a:gd name="connsiteY10" fmla="*/ 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134917" h="6858000">
                <a:moveTo>
                  <a:pt x="7627977" y="0"/>
                </a:moveTo>
                <a:lnTo>
                  <a:pt x="8129873" y="0"/>
                </a:lnTo>
                <a:lnTo>
                  <a:pt x="11134917" y="0"/>
                </a:lnTo>
                <a:lnTo>
                  <a:pt x="11134917" y="6858000"/>
                </a:lnTo>
                <a:lnTo>
                  <a:pt x="8129873" y="6858000"/>
                </a:lnTo>
                <a:lnTo>
                  <a:pt x="7627977" y="6858000"/>
                </a:lnTo>
                <a:lnTo>
                  <a:pt x="7627977" y="6857419"/>
                </a:lnTo>
                <a:lnTo>
                  <a:pt x="1921931" y="6850814"/>
                </a:lnTo>
                <a:lnTo>
                  <a:pt x="0" y="5325357"/>
                </a:lnTo>
                <a:lnTo>
                  <a:pt x="838199" y="7331"/>
                </a:lnTo>
                <a:lnTo>
                  <a:pt x="7627977" y="50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E52C707-F508-47B5-8864-8CC3EE0F0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9018" y="0"/>
            <a:ext cx="1827609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066B5DD9-1C9B-4957-AF7C-8E11C7E88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DF9D480-2CEE-4037-8C1B-6380686300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EBF6F7B8-E51D-495D-B944-B8E2E84C57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F43BB0F7-F9F4-4CFA-9277-2B671DC70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D51F18A6-D926-4462-B110-63097184F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ED77B4F5-55D8-444A-9EFF-CAAA8CD69F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302E5BB-919A-40FD-A827-BD46B43A2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703" y="1154551"/>
            <a:ext cx="2281168" cy="4522647"/>
          </a:xfrm>
          <a:effectLst/>
        </p:spPr>
        <p:txBody>
          <a:bodyPr anchor="ctr">
            <a:normAutofit/>
          </a:bodyPr>
          <a:lstStyle/>
          <a:p>
            <a:pPr algn="l"/>
            <a:r>
              <a:rPr lang="en-US" sz="2800" b="1" dirty="0">
                <a:solidFill>
                  <a:schemeClr val="tx2"/>
                </a:solidFill>
              </a:rPr>
              <a:t>Data Exploration Graph</a:t>
            </a:r>
            <a:endParaRPr lang="en-IN" sz="2800" b="1" dirty="0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593190-CCE1-A1F8-FC1A-66051EEEE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249" y="589935"/>
            <a:ext cx="5869524" cy="40213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F96327-12D9-437F-8EB0-3EA41D6D9FC3}"/>
              </a:ext>
            </a:extLst>
          </p:cNvPr>
          <p:cNvSpPr txBox="1"/>
          <p:nvPr/>
        </p:nvSpPr>
        <p:spPr>
          <a:xfrm>
            <a:off x="3079333" y="5238750"/>
            <a:ext cx="60622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right-skewed histogram will have a long tail on the right-hand side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5187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03BF673-8C68-4092-BF1B-53C57EFE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B1BDB70B-F0E6-4867-818F-C582494FB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2812" y="0"/>
            <a:ext cx="8351188" cy="6858000"/>
          </a:xfrm>
          <a:custGeom>
            <a:avLst/>
            <a:gdLst>
              <a:gd name="connsiteX0" fmla="*/ 7627977 w 11134917"/>
              <a:gd name="connsiteY0" fmla="*/ 0 h 6858000"/>
              <a:gd name="connsiteX1" fmla="*/ 8129873 w 11134917"/>
              <a:gd name="connsiteY1" fmla="*/ 0 h 6858000"/>
              <a:gd name="connsiteX2" fmla="*/ 11134917 w 11134917"/>
              <a:gd name="connsiteY2" fmla="*/ 0 h 6858000"/>
              <a:gd name="connsiteX3" fmla="*/ 11134917 w 11134917"/>
              <a:gd name="connsiteY3" fmla="*/ 6858000 h 6858000"/>
              <a:gd name="connsiteX4" fmla="*/ 8129873 w 11134917"/>
              <a:gd name="connsiteY4" fmla="*/ 6858000 h 6858000"/>
              <a:gd name="connsiteX5" fmla="*/ 7627977 w 11134917"/>
              <a:gd name="connsiteY5" fmla="*/ 6858000 h 6858000"/>
              <a:gd name="connsiteX6" fmla="*/ 7627977 w 11134917"/>
              <a:gd name="connsiteY6" fmla="*/ 6857419 h 6858000"/>
              <a:gd name="connsiteX7" fmla="*/ 1921931 w 11134917"/>
              <a:gd name="connsiteY7" fmla="*/ 6850814 h 6858000"/>
              <a:gd name="connsiteX8" fmla="*/ 0 w 11134917"/>
              <a:gd name="connsiteY8" fmla="*/ 5325357 h 6858000"/>
              <a:gd name="connsiteX9" fmla="*/ 838199 w 11134917"/>
              <a:gd name="connsiteY9" fmla="*/ 7331 h 6858000"/>
              <a:gd name="connsiteX10" fmla="*/ 7627977 w 11134917"/>
              <a:gd name="connsiteY10" fmla="*/ 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134917" h="6858000">
                <a:moveTo>
                  <a:pt x="7627977" y="0"/>
                </a:moveTo>
                <a:lnTo>
                  <a:pt x="8129873" y="0"/>
                </a:lnTo>
                <a:lnTo>
                  <a:pt x="11134917" y="0"/>
                </a:lnTo>
                <a:lnTo>
                  <a:pt x="11134917" y="6858000"/>
                </a:lnTo>
                <a:lnTo>
                  <a:pt x="8129873" y="6858000"/>
                </a:lnTo>
                <a:lnTo>
                  <a:pt x="7627977" y="6858000"/>
                </a:lnTo>
                <a:lnTo>
                  <a:pt x="7627977" y="6857419"/>
                </a:lnTo>
                <a:lnTo>
                  <a:pt x="1921931" y="6850814"/>
                </a:lnTo>
                <a:lnTo>
                  <a:pt x="0" y="5325357"/>
                </a:lnTo>
                <a:lnTo>
                  <a:pt x="838199" y="7331"/>
                </a:lnTo>
                <a:lnTo>
                  <a:pt x="7627977" y="50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E52C707-F508-47B5-8864-8CC3EE0F0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9018" y="0"/>
            <a:ext cx="1827609" cy="6858001"/>
            <a:chOff x="1320800" y="0"/>
            <a:chExt cx="2436813" cy="6858001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066B5DD9-1C9B-4957-AF7C-8E11C7E88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8DF9D480-2CEE-4037-8C1B-6380686300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EBF6F7B8-E51D-495D-B944-B8E2E84C57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F43BB0F7-F9F4-4CFA-9277-2B671DC70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D51F18A6-D926-4462-B110-63097184F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ED77B4F5-55D8-444A-9EFF-CAAA8CD69F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3F045B6-8BA1-DFE1-D67E-59C738141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009" y="1072609"/>
            <a:ext cx="2281168" cy="4522647"/>
          </a:xfrm>
          <a:effectLst/>
        </p:spPr>
        <p:txBody>
          <a:bodyPr anchor="ctr">
            <a:normAutofit/>
          </a:bodyPr>
          <a:lstStyle/>
          <a:p>
            <a:pPr algn="l"/>
            <a:r>
              <a:rPr lang="en-US" sz="2800" b="1" dirty="0">
                <a:solidFill>
                  <a:schemeClr val="tx2"/>
                </a:solidFill>
              </a:rPr>
              <a:t>BRAND </a:t>
            </a:r>
            <a:br>
              <a:rPr lang="en-US" sz="2800" b="1" dirty="0">
                <a:solidFill>
                  <a:schemeClr val="tx2"/>
                </a:solidFill>
              </a:rPr>
            </a:br>
            <a:r>
              <a:rPr lang="en-US" sz="2800" b="1" dirty="0">
                <a:solidFill>
                  <a:schemeClr val="tx2"/>
                </a:solidFill>
              </a:rPr>
              <a:t>VS </a:t>
            </a:r>
            <a:br>
              <a:rPr lang="en-US" sz="2800" b="1" dirty="0">
                <a:solidFill>
                  <a:schemeClr val="tx2"/>
                </a:solidFill>
              </a:rPr>
            </a:br>
            <a:r>
              <a:rPr lang="en-US" sz="2800" b="1" dirty="0">
                <a:solidFill>
                  <a:schemeClr val="tx2"/>
                </a:solidFill>
              </a:rPr>
              <a:t>PRICE</a:t>
            </a:r>
            <a:endParaRPr lang="en-IN" sz="2800" b="1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07524B-7163-DDB7-CED8-CCBFA3189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427" y="377101"/>
            <a:ext cx="6152055" cy="45226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EEAB40-C99F-0291-EA66-CBDD41D6352B}"/>
              </a:ext>
            </a:extLst>
          </p:cNvPr>
          <p:cNvSpPr txBox="1"/>
          <p:nvPr/>
        </p:nvSpPr>
        <p:spPr>
          <a:xfrm>
            <a:off x="3097161" y="5595256"/>
            <a:ext cx="5508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Some brands tend to have higher price ranges compared to others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0156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3BF673-8C68-4092-BF1B-53C57EFE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B1BDB70B-F0E6-4867-818F-C582494FB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2812" y="0"/>
            <a:ext cx="8351188" cy="6858000"/>
          </a:xfrm>
          <a:custGeom>
            <a:avLst/>
            <a:gdLst>
              <a:gd name="connsiteX0" fmla="*/ 7627977 w 11134917"/>
              <a:gd name="connsiteY0" fmla="*/ 0 h 6858000"/>
              <a:gd name="connsiteX1" fmla="*/ 8129873 w 11134917"/>
              <a:gd name="connsiteY1" fmla="*/ 0 h 6858000"/>
              <a:gd name="connsiteX2" fmla="*/ 11134917 w 11134917"/>
              <a:gd name="connsiteY2" fmla="*/ 0 h 6858000"/>
              <a:gd name="connsiteX3" fmla="*/ 11134917 w 11134917"/>
              <a:gd name="connsiteY3" fmla="*/ 6858000 h 6858000"/>
              <a:gd name="connsiteX4" fmla="*/ 8129873 w 11134917"/>
              <a:gd name="connsiteY4" fmla="*/ 6858000 h 6858000"/>
              <a:gd name="connsiteX5" fmla="*/ 7627977 w 11134917"/>
              <a:gd name="connsiteY5" fmla="*/ 6858000 h 6858000"/>
              <a:gd name="connsiteX6" fmla="*/ 7627977 w 11134917"/>
              <a:gd name="connsiteY6" fmla="*/ 6857419 h 6858000"/>
              <a:gd name="connsiteX7" fmla="*/ 1921931 w 11134917"/>
              <a:gd name="connsiteY7" fmla="*/ 6850814 h 6858000"/>
              <a:gd name="connsiteX8" fmla="*/ 0 w 11134917"/>
              <a:gd name="connsiteY8" fmla="*/ 5325357 h 6858000"/>
              <a:gd name="connsiteX9" fmla="*/ 838199 w 11134917"/>
              <a:gd name="connsiteY9" fmla="*/ 7331 h 6858000"/>
              <a:gd name="connsiteX10" fmla="*/ 7627977 w 11134917"/>
              <a:gd name="connsiteY10" fmla="*/ 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134917" h="6858000">
                <a:moveTo>
                  <a:pt x="7627977" y="0"/>
                </a:moveTo>
                <a:lnTo>
                  <a:pt x="8129873" y="0"/>
                </a:lnTo>
                <a:lnTo>
                  <a:pt x="11134917" y="0"/>
                </a:lnTo>
                <a:lnTo>
                  <a:pt x="11134917" y="6858000"/>
                </a:lnTo>
                <a:lnTo>
                  <a:pt x="8129873" y="6858000"/>
                </a:lnTo>
                <a:lnTo>
                  <a:pt x="7627977" y="6858000"/>
                </a:lnTo>
                <a:lnTo>
                  <a:pt x="7627977" y="6857419"/>
                </a:lnTo>
                <a:lnTo>
                  <a:pt x="1921931" y="6850814"/>
                </a:lnTo>
                <a:lnTo>
                  <a:pt x="0" y="5325357"/>
                </a:lnTo>
                <a:lnTo>
                  <a:pt x="838199" y="7331"/>
                </a:lnTo>
                <a:lnTo>
                  <a:pt x="7627977" y="50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E52C707-F508-47B5-8864-8CC3EE0F0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9018" y="0"/>
            <a:ext cx="1827609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066B5DD9-1C9B-4957-AF7C-8E11C7E88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DF9D480-2CEE-4037-8C1B-6380686300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EBF6F7B8-E51D-495D-B944-B8E2E84C57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F43BB0F7-F9F4-4CFA-9277-2B671DC70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D51F18A6-D926-4462-B110-63097184F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ED77B4F5-55D8-444A-9EFF-CAAA8CD69F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9A329E7-A11E-D7DA-4799-BC90918B8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009" y="1072609"/>
            <a:ext cx="2281168" cy="4522647"/>
          </a:xfrm>
          <a:effectLst/>
        </p:spPr>
        <p:txBody>
          <a:bodyPr anchor="ctr">
            <a:normAutofit/>
          </a:bodyPr>
          <a:lstStyle/>
          <a:p>
            <a:pPr algn="l"/>
            <a:r>
              <a:rPr lang="en-US" sz="2800" b="1" dirty="0">
                <a:solidFill>
                  <a:schemeClr val="tx2"/>
                </a:solidFill>
              </a:rPr>
              <a:t>RAM </a:t>
            </a:r>
            <a:br>
              <a:rPr lang="en-US" sz="2800" b="1" dirty="0">
                <a:solidFill>
                  <a:schemeClr val="tx2"/>
                </a:solidFill>
              </a:rPr>
            </a:br>
            <a:r>
              <a:rPr lang="en-US" sz="2800" b="1" dirty="0">
                <a:solidFill>
                  <a:schemeClr val="tx2"/>
                </a:solidFill>
              </a:rPr>
              <a:t>VS</a:t>
            </a:r>
            <a:br>
              <a:rPr lang="en-US" sz="2800" b="1" dirty="0">
                <a:solidFill>
                  <a:schemeClr val="tx2"/>
                </a:solidFill>
              </a:rPr>
            </a:br>
            <a:r>
              <a:rPr lang="en-US" sz="2800" b="1" dirty="0">
                <a:solidFill>
                  <a:schemeClr val="tx2"/>
                </a:solidFill>
              </a:rPr>
              <a:t>PRICE</a:t>
            </a:r>
            <a:endParaRPr lang="en-IN" sz="2800" b="1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129CFA-1739-680C-4DBE-AE04DF66F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593" y="149446"/>
            <a:ext cx="6519685" cy="42976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64E8F7-0A46-4CB9-D786-67CC1EEC57ED}"/>
              </a:ext>
            </a:extLst>
          </p:cNvPr>
          <p:cNvSpPr txBox="1"/>
          <p:nvPr/>
        </p:nvSpPr>
        <p:spPr>
          <a:xfrm>
            <a:off x="2136627" y="5043948"/>
            <a:ext cx="6698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Phones with higher RAM generally have higher prices.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61579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3BF673-8C68-4092-BF1B-53C57EFE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B1BDB70B-F0E6-4867-818F-C582494FB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2812" y="0"/>
            <a:ext cx="8351188" cy="6858000"/>
          </a:xfrm>
          <a:custGeom>
            <a:avLst/>
            <a:gdLst>
              <a:gd name="connsiteX0" fmla="*/ 7627977 w 11134917"/>
              <a:gd name="connsiteY0" fmla="*/ 0 h 6858000"/>
              <a:gd name="connsiteX1" fmla="*/ 8129873 w 11134917"/>
              <a:gd name="connsiteY1" fmla="*/ 0 h 6858000"/>
              <a:gd name="connsiteX2" fmla="*/ 11134917 w 11134917"/>
              <a:gd name="connsiteY2" fmla="*/ 0 h 6858000"/>
              <a:gd name="connsiteX3" fmla="*/ 11134917 w 11134917"/>
              <a:gd name="connsiteY3" fmla="*/ 6858000 h 6858000"/>
              <a:gd name="connsiteX4" fmla="*/ 8129873 w 11134917"/>
              <a:gd name="connsiteY4" fmla="*/ 6858000 h 6858000"/>
              <a:gd name="connsiteX5" fmla="*/ 7627977 w 11134917"/>
              <a:gd name="connsiteY5" fmla="*/ 6858000 h 6858000"/>
              <a:gd name="connsiteX6" fmla="*/ 7627977 w 11134917"/>
              <a:gd name="connsiteY6" fmla="*/ 6857419 h 6858000"/>
              <a:gd name="connsiteX7" fmla="*/ 1921931 w 11134917"/>
              <a:gd name="connsiteY7" fmla="*/ 6850814 h 6858000"/>
              <a:gd name="connsiteX8" fmla="*/ 0 w 11134917"/>
              <a:gd name="connsiteY8" fmla="*/ 5325357 h 6858000"/>
              <a:gd name="connsiteX9" fmla="*/ 838199 w 11134917"/>
              <a:gd name="connsiteY9" fmla="*/ 7331 h 6858000"/>
              <a:gd name="connsiteX10" fmla="*/ 7627977 w 11134917"/>
              <a:gd name="connsiteY10" fmla="*/ 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134917" h="6858000">
                <a:moveTo>
                  <a:pt x="7627977" y="0"/>
                </a:moveTo>
                <a:lnTo>
                  <a:pt x="8129873" y="0"/>
                </a:lnTo>
                <a:lnTo>
                  <a:pt x="11134917" y="0"/>
                </a:lnTo>
                <a:lnTo>
                  <a:pt x="11134917" y="6858000"/>
                </a:lnTo>
                <a:lnTo>
                  <a:pt x="8129873" y="6858000"/>
                </a:lnTo>
                <a:lnTo>
                  <a:pt x="7627977" y="6858000"/>
                </a:lnTo>
                <a:lnTo>
                  <a:pt x="7627977" y="6857419"/>
                </a:lnTo>
                <a:lnTo>
                  <a:pt x="1921931" y="6850814"/>
                </a:lnTo>
                <a:lnTo>
                  <a:pt x="0" y="5325357"/>
                </a:lnTo>
                <a:lnTo>
                  <a:pt x="838199" y="7331"/>
                </a:lnTo>
                <a:lnTo>
                  <a:pt x="7627977" y="50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E52C707-F508-47B5-8864-8CC3EE0F0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9018" y="0"/>
            <a:ext cx="1827609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066B5DD9-1C9B-4957-AF7C-8E11C7E88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DF9D480-2CEE-4037-8C1B-6380686300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EBF6F7B8-E51D-495D-B944-B8E2E84C57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F43BB0F7-F9F4-4CFA-9277-2B671DC70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D51F18A6-D926-4462-B110-63097184F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ED77B4F5-55D8-444A-9EFF-CAAA8CD69F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54D50AA-1A63-28D7-F6E8-AB65486D8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697" y="1072609"/>
            <a:ext cx="2281168" cy="4522647"/>
          </a:xfrm>
          <a:effectLst/>
        </p:spPr>
        <p:txBody>
          <a:bodyPr anchor="ctr">
            <a:normAutofit/>
          </a:bodyPr>
          <a:lstStyle/>
          <a:p>
            <a:pPr algn="l"/>
            <a:r>
              <a:rPr lang="en-US" sz="2800" b="1" dirty="0">
                <a:solidFill>
                  <a:schemeClr val="tx2"/>
                </a:solidFill>
              </a:rPr>
              <a:t>BATTREY</a:t>
            </a:r>
            <a:br>
              <a:rPr lang="en-US" sz="2800" b="1" dirty="0">
                <a:solidFill>
                  <a:schemeClr val="tx2"/>
                </a:solidFill>
              </a:rPr>
            </a:br>
            <a:r>
              <a:rPr lang="en-US" sz="2800" b="1" dirty="0">
                <a:solidFill>
                  <a:schemeClr val="tx2"/>
                </a:solidFill>
              </a:rPr>
              <a:t>VS</a:t>
            </a:r>
            <a:br>
              <a:rPr lang="en-US" sz="2800" b="1" dirty="0">
                <a:solidFill>
                  <a:schemeClr val="tx2"/>
                </a:solidFill>
              </a:rPr>
            </a:br>
            <a:r>
              <a:rPr lang="en-US" sz="2800" b="1" dirty="0">
                <a:solidFill>
                  <a:schemeClr val="tx2"/>
                </a:solidFill>
              </a:rPr>
              <a:t>PRICE</a:t>
            </a:r>
            <a:br>
              <a:rPr lang="en-US" sz="2800" b="1" dirty="0">
                <a:solidFill>
                  <a:schemeClr val="tx2"/>
                </a:solidFill>
              </a:rPr>
            </a:br>
            <a:endParaRPr lang="en-IN" sz="2800" b="1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1ABC5F-374D-061F-D436-67733DE0E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871" y="611561"/>
            <a:ext cx="6437747" cy="42436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A89449-FD62-3500-0055-7C56C94E811A}"/>
              </a:ext>
            </a:extLst>
          </p:cNvPr>
          <p:cNvSpPr txBox="1"/>
          <p:nvPr/>
        </p:nvSpPr>
        <p:spPr>
          <a:xfrm>
            <a:off x="2792361" y="5276850"/>
            <a:ext cx="6351639" cy="65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Phones with larger battery capacity often fall in higher price categories.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88344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428F22-76B3-4107-AADE-3F9EC95FD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346FBCF-5353-4172-96F5-4B7EB0777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17698" y="-12875"/>
            <a:ext cx="1953297" cy="6890194"/>
            <a:chOff x="2199787" y="-12875"/>
            <a:chExt cx="2679011" cy="6890194"/>
          </a:xfrm>
        </p:grpSpPr>
        <p:sp useBgFill="1">
          <p:nvSpPr>
            <p:cNvPr id="12" name="Rectangle 19">
              <a:extLst>
                <a:ext uri="{FF2B5EF4-FFF2-40B4-BE49-F238E27FC236}">
                  <a16:creationId xmlns:a16="http://schemas.microsoft.com/office/drawing/2014/main" id="{343F3E6D-808D-43AD-9485-AD0014BEAE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199787" y="-12875"/>
              <a:ext cx="2679011" cy="5301468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  <a:gd name="connsiteX0" fmla="*/ 650979 w 2587151"/>
                <a:gd name="connsiteY0" fmla="*/ 0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650979 w 2587151"/>
                <a:gd name="connsiteY4" fmla="*/ 0 h 2554287"/>
                <a:gd name="connsiteX0" fmla="*/ 730379 w 2587151"/>
                <a:gd name="connsiteY0" fmla="*/ 5692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730379 w 2587151"/>
                <a:gd name="connsiteY4" fmla="*/ 5692 h 2554287"/>
                <a:gd name="connsiteX0" fmla="*/ 864750 w 2587151"/>
                <a:gd name="connsiteY0" fmla="*/ 2847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64750 w 2587151"/>
                <a:gd name="connsiteY4" fmla="*/ 2847 h 2554287"/>
                <a:gd name="connsiteX0" fmla="*/ 883073 w 2587151"/>
                <a:gd name="connsiteY0" fmla="*/ 1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83073 w 2587151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5750 h 2565670"/>
                <a:gd name="connsiteX4" fmla="*/ 895288 w 2611581"/>
                <a:gd name="connsiteY4" fmla="*/ 1 h 2565670"/>
                <a:gd name="connsiteX0" fmla="*/ 1544433 w 3260726"/>
                <a:gd name="connsiteY0" fmla="*/ 1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1544433 w 3260726"/>
                <a:gd name="connsiteY4" fmla="*/ 1 h 2565670"/>
                <a:gd name="connsiteX0" fmla="*/ 921784 w 3260726"/>
                <a:gd name="connsiteY0" fmla="*/ 12347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3260726"/>
                <a:gd name="connsiteY0" fmla="*/ 12347 h 2565670"/>
                <a:gd name="connsiteX1" fmla="*/ 2321160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2322228"/>
                <a:gd name="connsiteY0" fmla="*/ 12347 h 2565670"/>
                <a:gd name="connsiteX1" fmla="*/ 2321160 w 2322228"/>
                <a:gd name="connsiteY1" fmla="*/ 0 h 2565670"/>
                <a:gd name="connsiteX2" fmla="*/ 2320129 w 2322228"/>
                <a:gd name="connsiteY2" fmla="*/ 2565670 h 2565670"/>
                <a:gd name="connsiteX3" fmla="*/ 0 w 2322228"/>
                <a:gd name="connsiteY3" fmla="*/ 2521058 h 2565670"/>
                <a:gd name="connsiteX4" fmla="*/ 921784 w 2322228"/>
                <a:gd name="connsiteY4" fmla="*/ 12347 h 2565670"/>
                <a:gd name="connsiteX0" fmla="*/ 921784 w 2322228"/>
                <a:gd name="connsiteY0" fmla="*/ 0 h 2571841"/>
                <a:gd name="connsiteX1" fmla="*/ 2321160 w 2322228"/>
                <a:gd name="connsiteY1" fmla="*/ 6171 h 2571841"/>
                <a:gd name="connsiteX2" fmla="*/ 2320129 w 2322228"/>
                <a:gd name="connsiteY2" fmla="*/ 2571841 h 2571841"/>
                <a:gd name="connsiteX3" fmla="*/ 0 w 2322228"/>
                <a:gd name="connsiteY3" fmla="*/ 2527229 h 2571841"/>
                <a:gd name="connsiteX4" fmla="*/ 921784 w 2322228"/>
                <a:gd name="connsiteY4" fmla="*/ 0 h 2571841"/>
                <a:gd name="connsiteX0" fmla="*/ 921784 w 2611583"/>
                <a:gd name="connsiteY0" fmla="*/ 0 h 2540977"/>
                <a:gd name="connsiteX1" fmla="*/ 2321160 w 2611583"/>
                <a:gd name="connsiteY1" fmla="*/ 6171 h 2540977"/>
                <a:gd name="connsiteX2" fmla="*/ 2611583 w 2611583"/>
                <a:gd name="connsiteY2" fmla="*/ 2540977 h 2540977"/>
                <a:gd name="connsiteX3" fmla="*/ 0 w 2611583"/>
                <a:gd name="connsiteY3" fmla="*/ 2527229 h 2540977"/>
                <a:gd name="connsiteX4" fmla="*/ 921784 w 2611583"/>
                <a:gd name="connsiteY4" fmla="*/ 0 h 2540977"/>
                <a:gd name="connsiteX0" fmla="*/ 921784 w 2611583"/>
                <a:gd name="connsiteY0" fmla="*/ 2 h 2540979"/>
                <a:gd name="connsiteX1" fmla="*/ 2572870 w 2611583"/>
                <a:gd name="connsiteY1" fmla="*/ 0 h 2540979"/>
                <a:gd name="connsiteX2" fmla="*/ 2611583 w 2611583"/>
                <a:gd name="connsiteY2" fmla="*/ 2540979 h 2540979"/>
                <a:gd name="connsiteX3" fmla="*/ 0 w 2611583"/>
                <a:gd name="connsiteY3" fmla="*/ 2527231 h 2540979"/>
                <a:gd name="connsiteX4" fmla="*/ 921784 w 2611583"/>
                <a:gd name="connsiteY4" fmla="*/ 2 h 2540979"/>
                <a:gd name="connsiteX0" fmla="*/ 921784 w 2705467"/>
                <a:gd name="connsiteY0" fmla="*/ 0 h 2540977"/>
                <a:gd name="connsiteX1" fmla="*/ 2705349 w 2705467"/>
                <a:gd name="connsiteY1" fmla="*/ 6171 h 2540977"/>
                <a:gd name="connsiteX2" fmla="*/ 2611583 w 2705467"/>
                <a:gd name="connsiteY2" fmla="*/ 2540977 h 2540977"/>
                <a:gd name="connsiteX3" fmla="*/ 0 w 2705467"/>
                <a:gd name="connsiteY3" fmla="*/ 2527229 h 2540977"/>
                <a:gd name="connsiteX4" fmla="*/ 921784 w 2705467"/>
                <a:gd name="connsiteY4" fmla="*/ 0 h 2540977"/>
                <a:gd name="connsiteX0" fmla="*/ 921784 w 2718702"/>
                <a:gd name="connsiteY0" fmla="*/ 2 h 2540979"/>
                <a:gd name="connsiteX1" fmla="*/ 2718597 w 2718702"/>
                <a:gd name="connsiteY1" fmla="*/ 0 h 2540979"/>
                <a:gd name="connsiteX2" fmla="*/ 2611583 w 2718702"/>
                <a:gd name="connsiteY2" fmla="*/ 2540979 h 2540979"/>
                <a:gd name="connsiteX3" fmla="*/ 0 w 2718702"/>
                <a:gd name="connsiteY3" fmla="*/ 2527231 h 2540979"/>
                <a:gd name="connsiteX4" fmla="*/ 921784 w 2718702"/>
                <a:gd name="connsiteY4" fmla="*/ 2 h 2540979"/>
                <a:gd name="connsiteX0" fmla="*/ 921784 w 2679012"/>
                <a:gd name="connsiteY0" fmla="*/ 0 h 2540977"/>
                <a:gd name="connsiteX1" fmla="*/ 2678853 w 2679012"/>
                <a:gd name="connsiteY1" fmla="*/ 6171 h 2540977"/>
                <a:gd name="connsiteX2" fmla="*/ 2611583 w 2679012"/>
                <a:gd name="connsiteY2" fmla="*/ 2540977 h 2540977"/>
                <a:gd name="connsiteX3" fmla="*/ 0 w 2679012"/>
                <a:gd name="connsiteY3" fmla="*/ 2527229 h 2540977"/>
                <a:gd name="connsiteX4" fmla="*/ 921784 w 2679012"/>
                <a:gd name="connsiteY4" fmla="*/ 0 h 254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9012" h="2540977">
                  <a:moveTo>
                    <a:pt x="921784" y="0"/>
                  </a:moveTo>
                  <a:lnTo>
                    <a:pt x="2678853" y="6171"/>
                  </a:lnTo>
                  <a:cubicBezTo>
                    <a:pt x="2682925" y="861394"/>
                    <a:pt x="2607511" y="1685754"/>
                    <a:pt x="2611583" y="2540977"/>
                  </a:cubicBezTo>
                  <a:lnTo>
                    <a:pt x="0" y="2527229"/>
                  </a:lnTo>
                  <a:lnTo>
                    <a:pt x="921784" y="0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14598" r="-265621" b="-28686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3" name="Rectangle 20">
              <a:extLst>
                <a:ext uri="{FF2B5EF4-FFF2-40B4-BE49-F238E27FC236}">
                  <a16:creationId xmlns:a16="http://schemas.microsoft.com/office/drawing/2014/main" id="{03DB1AC6-5430-4CD3-BD83-86E675A11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211875" y="5257482"/>
              <a:ext cx="2586931" cy="1619837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81054 w 2720934"/>
                <a:gd name="connsiteY3" fmla="*/ 3638695 h 4303713"/>
                <a:gd name="connsiteX4" fmla="*/ 0 w 2720934"/>
                <a:gd name="connsiteY4" fmla="*/ 268283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64231 w 2720934"/>
                <a:gd name="connsiteY3" fmla="*/ 3717600 h 4303713"/>
                <a:gd name="connsiteX4" fmla="*/ 0 w 2720934"/>
                <a:gd name="connsiteY4" fmla="*/ 268283 h 4303713"/>
                <a:gd name="connsiteX0" fmla="*/ 0 w 2720934"/>
                <a:gd name="connsiteY0" fmla="*/ 268283 h 4335275"/>
                <a:gd name="connsiteX1" fmla="*/ 2720934 w 2720934"/>
                <a:gd name="connsiteY1" fmla="*/ 0 h 4335275"/>
                <a:gd name="connsiteX2" fmla="*/ 2653639 w 2720934"/>
                <a:gd name="connsiteY2" fmla="*/ 4335275 h 4335275"/>
                <a:gd name="connsiteX3" fmla="*/ 2264231 w 2720934"/>
                <a:gd name="connsiteY3" fmla="*/ 3717600 h 4335275"/>
                <a:gd name="connsiteX4" fmla="*/ 0 w 2720934"/>
                <a:gd name="connsiteY4" fmla="*/ 268283 h 4335275"/>
                <a:gd name="connsiteX0" fmla="*/ 0 w 2737757"/>
                <a:gd name="connsiteY0" fmla="*/ 236721 h 4335275"/>
                <a:gd name="connsiteX1" fmla="*/ 2737757 w 2737757"/>
                <a:gd name="connsiteY1" fmla="*/ 0 h 4335275"/>
                <a:gd name="connsiteX2" fmla="*/ 2670462 w 2737757"/>
                <a:gd name="connsiteY2" fmla="*/ 4335275 h 4335275"/>
                <a:gd name="connsiteX3" fmla="*/ 2281054 w 2737757"/>
                <a:gd name="connsiteY3" fmla="*/ 3717600 h 4335275"/>
                <a:gd name="connsiteX4" fmla="*/ 0 w 2737757"/>
                <a:gd name="connsiteY4" fmla="*/ 236721 h 4335275"/>
                <a:gd name="connsiteX0" fmla="*/ 0 w 2729346"/>
                <a:gd name="connsiteY0" fmla="*/ 0 h 4098554"/>
                <a:gd name="connsiteX1" fmla="*/ 2729346 w 2729346"/>
                <a:gd name="connsiteY1" fmla="*/ 126250 h 4098554"/>
                <a:gd name="connsiteX2" fmla="*/ 2670462 w 2729346"/>
                <a:gd name="connsiteY2" fmla="*/ 4098554 h 4098554"/>
                <a:gd name="connsiteX3" fmla="*/ 2281054 w 2729346"/>
                <a:gd name="connsiteY3" fmla="*/ 3480879 h 4098554"/>
                <a:gd name="connsiteX4" fmla="*/ 0 w 2729346"/>
                <a:gd name="connsiteY4" fmla="*/ 0 h 4098554"/>
                <a:gd name="connsiteX0" fmla="*/ 0 w 2720934"/>
                <a:gd name="connsiteY0" fmla="*/ 0 h 4098554"/>
                <a:gd name="connsiteX1" fmla="*/ 2720934 w 2720934"/>
                <a:gd name="connsiteY1" fmla="*/ 31562 h 4098554"/>
                <a:gd name="connsiteX2" fmla="*/ 2670462 w 2720934"/>
                <a:gd name="connsiteY2" fmla="*/ 4098554 h 4098554"/>
                <a:gd name="connsiteX3" fmla="*/ 2281054 w 2720934"/>
                <a:gd name="connsiteY3" fmla="*/ 3480879 h 4098554"/>
                <a:gd name="connsiteX4" fmla="*/ 0 w 2720934"/>
                <a:gd name="connsiteY4" fmla="*/ 0 h 4098554"/>
                <a:gd name="connsiteX0" fmla="*/ 0 w 2720934"/>
                <a:gd name="connsiteY0" fmla="*/ 15782 h 4114336"/>
                <a:gd name="connsiteX1" fmla="*/ 2720934 w 2720934"/>
                <a:gd name="connsiteY1" fmla="*/ 0 h 4114336"/>
                <a:gd name="connsiteX2" fmla="*/ 2670462 w 2720934"/>
                <a:gd name="connsiteY2" fmla="*/ 4114336 h 4114336"/>
                <a:gd name="connsiteX3" fmla="*/ 2281054 w 2720934"/>
                <a:gd name="connsiteY3" fmla="*/ 3496661 h 4114336"/>
                <a:gd name="connsiteX4" fmla="*/ 0 w 2720934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80409 w 2820289"/>
                <a:gd name="connsiteY3" fmla="*/ 3496661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3972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3721149"/>
                <a:gd name="connsiteY0" fmla="*/ 0 h 4269703"/>
                <a:gd name="connsiteX1" fmla="*/ 3721149 w 3721149"/>
                <a:gd name="connsiteY1" fmla="*/ 155367 h 4269703"/>
                <a:gd name="connsiteX2" fmla="*/ 3664832 w 3721149"/>
                <a:gd name="connsiteY2" fmla="*/ 4269703 h 4269703"/>
                <a:gd name="connsiteX3" fmla="*/ 3263736 w 3721149"/>
                <a:gd name="connsiteY3" fmla="*/ 3673347 h 4269703"/>
                <a:gd name="connsiteX4" fmla="*/ 0 w 3721149"/>
                <a:gd name="connsiteY4" fmla="*/ 0 h 4269703"/>
                <a:gd name="connsiteX0" fmla="*/ 0 w 3721149"/>
                <a:gd name="connsiteY0" fmla="*/ 0 h 4289488"/>
                <a:gd name="connsiteX1" fmla="*/ 3721149 w 3721149"/>
                <a:gd name="connsiteY1" fmla="*/ 155367 h 4289488"/>
                <a:gd name="connsiteX2" fmla="*/ 3664832 w 3721149"/>
                <a:gd name="connsiteY2" fmla="*/ 4269703 h 4289488"/>
                <a:gd name="connsiteX3" fmla="*/ 1705997 w 3721149"/>
                <a:gd name="connsiteY3" fmla="*/ 4289488 h 4289488"/>
                <a:gd name="connsiteX4" fmla="*/ 0 w 3721149"/>
                <a:gd name="connsiteY4" fmla="*/ 0 h 4289488"/>
                <a:gd name="connsiteX0" fmla="*/ 0 w 3664846"/>
                <a:gd name="connsiteY0" fmla="*/ 15785 h 4305273"/>
                <a:gd name="connsiteX1" fmla="*/ 3664846 w 3664846"/>
                <a:gd name="connsiteY1" fmla="*/ 0 h 4305273"/>
                <a:gd name="connsiteX2" fmla="*/ 3664832 w 3664846"/>
                <a:gd name="connsiteY2" fmla="*/ 4285488 h 4305273"/>
                <a:gd name="connsiteX3" fmla="*/ 1705997 w 3664846"/>
                <a:gd name="connsiteY3" fmla="*/ 4305273 h 4305273"/>
                <a:gd name="connsiteX4" fmla="*/ 0 w 3664846"/>
                <a:gd name="connsiteY4" fmla="*/ 15785 h 4305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4846" h="4305273">
                  <a:moveTo>
                    <a:pt x="0" y="15785"/>
                  </a:moveTo>
                  <a:lnTo>
                    <a:pt x="3664846" y="0"/>
                  </a:lnTo>
                  <a:cubicBezTo>
                    <a:pt x="3664841" y="1428496"/>
                    <a:pt x="3664837" y="2856992"/>
                    <a:pt x="3664832" y="4285488"/>
                  </a:cubicBezTo>
                  <a:lnTo>
                    <a:pt x="1705997" y="4305273"/>
                  </a:lnTo>
                  <a:lnTo>
                    <a:pt x="0" y="15785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63116" t="-323529" r="-398251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326E10-C8CB-487F-A110-F861268DE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70459" y="0"/>
            <a:ext cx="1827609" cy="6858001"/>
            <a:chOff x="1320800" y="0"/>
            <a:chExt cx="2436813" cy="6858001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279962B-46D2-4E19-B632-39B80D1E8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21A335A-53CB-4C17-AB51-5D9C2DCB4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A0E0D557-405B-469F-AEDE-4E3404AA4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D8D4E62F-9393-40A6-9E85-9F3B59C4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FABD11B1-DE89-45BC-8204-968C88AAD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AFA4965A-1FBC-44B8-B96A-3F5275C3A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799" y="685800"/>
            <a:ext cx="5509418" cy="1413933"/>
          </a:xfrm>
        </p:spPr>
        <p:txBody>
          <a:bodyPr>
            <a:normAutofit/>
          </a:bodyPr>
          <a:lstStyle/>
          <a:p>
            <a:r>
              <a:t>Data Preprocessing</a:t>
            </a:r>
          </a:p>
        </p:txBody>
      </p:sp>
      <p:pic>
        <p:nvPicPr>
          <p:cNvPr id="5" name="Picture 4" descr="Stock exchange numbers">
            <a:extLst>
              <a:ext uri="{FF2B5EF4-FFF2-40B4-BE49-F238E27FC236}">
                <a16:creationId xmlns:a16="http://schemas.microsoft.com/office/drawing/2014/main" id="{EF0AF4FE-B8F9-2C56-BC38-1E0D317ECE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115" r="36633" b="-1"/>
          <a:stretch>
            <a:fillRect/>
          </a:stretch>
        </p:blipFill>
        <p:spPr>
          <a:xfrm>
            <a:off x="20" y="10"/>
            <a:ext cx="2594352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2900" y="2048933"/>
            <a:ext cx="5744367" cy="3742267"/>
          </a:xfrm>
        </p:spPr>
        <p:txBody>
          <a:bodyPr>
            <a:normAutofit/>
          </a:bodyPr>
          <a:lstStyle/>
          <a:p>
            <a:r>
              <a:rPr dirty="0"/>
              <a:t>• Handled missing values</a:t>
            </a:r>
          </a:p>
          <a:p>
            <a:r>
              <a:rPr dirty="0"/>
              <a:t>• Removed outliers</a:t>
            </a:r>
          </a:p>
          <a:p>
            <a:r>
              <a:rPr dirty="0"/>
              <a:t>• Converted categorical variables using </a:t>
            </a:r>
            <a:r>
              <a:rPr lang="en-US" dirty="0"/>
              <a:t>     </a:t>
            </a:r>
            <a:r>
              <a:rPr dirty="0"/>
              <a:t>One-Hot Encoding</a:t>
            </a:r>
          </a:p>
          <a:p>
            <a:r>
              <a:rPr dirty="0"/>
              <a:t>• Prepared dataset for modeling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r>
              <a:rPr lang="en-IN" sz="2800">
                <a:solidFill>
                  <a:srgbClr val="FFFFFF"/>
                </a:solidFill>
              </a:rPr>
              <a:t>Feature Extraction Techniques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339A11-FC85-9904-9D3C-4187A28A55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4867678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r>
              <a:rPr lang="en-IN" sz="3100">
                <a:solidFill>
                  <a:srgbClr val="FFFFFF"/>
                </a:solidFill>
              </a:rPr>
              <a:t>Most Important Features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F52A27C3-EB34-F7CD-118A-F071CCECB4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6127069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3BF673-8C68-4092-BF1B-53C57EFE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B1BDB70B-F0E6-4867-818F-C582494FB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2812" y="0"/>
            <a:ext cx="8351188" cy="6858000"/>
          </a:xfrm>
          <a:custGeom>
            <a:avLst/>
            <a:gdLst>
              <a:gd name="connsiteX0" fmla="*/ 7627977 w 11134917"/>
              <a:gd name="connsiteY0" fmla="*/ 0 h 6858000"/>
              <a:gd name="connsiteX1" fmla="*/ 8129873 w 11134917"/>
              <a:gd name="connsiteY1" fmla="*/ 0 h 6858000"/>
              <a:gd name="connsiteX2" fmla="*/ 11134917 w 11134917"/>
              <a:gd name="connsiteY2" fmla="*/ 0 h 6858000"/>
              <a:gd name="connsiteX3" fmla="*/ 11134917 w 11134917"/>
              <a:gd name="connsiteY3" fmla="*/ 6858000 h 6858000"/>
              <a:gd name="connsiteX4" fmla="*/ 8129873 w 11134917"/>
              <a:gd name="connsiteY4" fmla="*/ 6858000 h 6858000"/>
              <a:gd name="connsiteX5" fmla="*/ 7627977 w 11134917"/>
              <a:gd name="connsiteY5" fmla="*/ 6858000 h 6858000"/>
              <a:gd name="connsiteX6" fmla="*/ 7627977 w 11134917"/>
              <a:gd name="connsiteY6" fmla="*/ 6857419 h 6858000"/>
              <a:gd name="connsiteX7" fmla="*/ 1921931 w 11134917"/>
              <a:gd name="connsiteY7" fmla="*/ 6850814 h 6858000"/>
              <a:gd name="connsiteX8" fmla="*/ 0 w 11134917"/>
              <a:gd name="connsiteY8" fmla="*/ 5325357 h 6858000"/>
              <a:gd name="connsiteX9" fmla="*/ 838199 w 11134917"/>
              <a:gd name="connsiteY9" fmla="*/ 7331 h 6858000"/>
              <a:gd name="connsiteX10" fmla="*/ 7627977 w 11134917"/>
              <a:gd name="connsiteY10" fmla="*/ 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134917" h="6858000">
                <a:moveTo>
                  <a:pt x="7627977" y="0"/>
                </a:moveTo>
                <a:lnTo>
                  <a:pt x="8129873" y="0"/>
                </a:lnTo>
                <a:lnTo>
                  <a:pt x="11134917" y="0"/>
                </a:lnTo>
                <a:lnTo>
                  <a:pt x="11134917" y="6858000"/>
                </a:lnTo>
                <a:lnTo>
                  <a:pt x="8129873" y="6858000"/>
                </a:lnTo>
                <a:lnTo>
                  <a:pt x="7627977" y="6858000"/>
                </a:lnTo>
                <a:lnTo>
                  <a:pt x="7627977" y="6857419"/>
                </a:lnTo>
                <a:lnTo>
                  <a:pt x="1921931" y="6850814"/>
                </a:lnTo>
                <a:lnTo>
                  <a:pt x="0" y="5325357"/>
                </a:lnTo>
                <a:lnTo>
                  <a:pt x="838199" y="7331"/>
                </a:lnTo>
                <a:lnTo>
                  <a:pt x="7627977" y="50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E52C707-F508-47B5-8864-8CC3EE0F0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9018" y="0"/>
            <a:ext cx="1827609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066B5DD9-1C9B-4957-AF7C-8E11C7E88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DF9D480-2CEE-4037-8C1B-6380686300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EBF6F7B8-E51D-495D-B944-B8E2E84C57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F43BB0F7-F9F4-4CFA-9277-2B671DC70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D51F18A6-D926-4462-B110-63097184F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ED77B4F5-55D8-444A-9EFF-CAAA8CD69F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2AAAD78-17CA-4287-D9B2-680008A4C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692" y="657643"/>
            <a:ext cx="5667541" cy="4133572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A3ACC5E7-DE8F-6F43-A159-056377027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2246" y="-233221"/>
            <a:ext cx="6372319" cy="1123949"/>
          </a:xfrm>
        </p:spPr>
        <p:txBody>
          <a:bodyPr>
            <a:noAutofit/>
          </a:bodyPr>
          <a:lstStyle/>
          <a:p>
            <a:r>
              <a:rPr lang="en-US" sz="3600" b="1" dirty="0"/>
              <a:t>Feature Importance Graph </a:t>
            </a:r>
            <a:endParaRPr lang="en-IN" sz="36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DCB8E0-FA8E-9688-E522-86D41583110E}"/>
              </a:ext>
            </a:extLst>
          </p:cNvPr>
          <p:cNvSpPr txBox="1"/>
          <p:nvPr/>
        </p:nvSpPr>
        <p:spPr>
          <a:xfrm>
            <a:off x="2270692" y="5122606"/>
            <a:ext cx="60804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Yeh graph batata </a:t>
            </a:r>
            <a:r>
              <a:rPr lang="en-IN" b="1" dirty="0" err="1"/>
              <a:t>hai</a:t>
            </a:r>
            <a:r>
              <a:rPr lang="en-IN" b="1" dirty="0"/>
              <a:t> Model </a:t>
            </a:r>
            <a:r>
              <a:rPr lang="en-IN" b="1" dirty="0" err="1"/>
              <a:t>ke</a:t>
            </a:r>
            <a:r>
              <a:rPr lang="en-IN" b="1" dirty="0"/>
              <a:t> according </a:t>
            </a:r>
            <a:r>
              <a:rPr lang="en-IN" b="1" dirty="0" err="1"/>
              <a:t>kaunse</a:t>
            </a:r>
            <a:r>
              <a:rPr lang="en-IN" b="1" dirty="0"/>
              <a:t> 10 features </a:t>
            </a:r>
            <a:r>
              <a:rPr lang="en-IN" b="1" dirty="0" err="1"/>
              <a:t>sabse</a:t>
            </a:r>
            <a:r>
              <a:rPr lang="en-IN" b="1" dirty="0"/>
              <a:t> </a:t>
            </a:r>
            <a:r>
              <a:rPr lang="en-IN" b="1" dirty="0" err="1"/>
              <a:t>zyada</a:t>
            </a:r>
            <a:r>
              <a:rPr lang="en-IN" b="1" dirty="0"/>
              <a:t> price ko influence </a:t>
            </a:r>
            <a:r>
              <a:rPr lang="en-IN" b="1" dirty="0" err="1"/>
              <a:t>kar</a:t>
            </a:r>
            <a:r>
              <a:rPr lang="en-IN" b="1" dirty="0"/>
              <a:t> </a:t>
            </a:r>
            <a:r>
              <a:rPr lang="en-IN" b="1" dirty="0" err="1"/>
              <a:t>rahe</a:t>
            </a:r>
            <a:r>
              <a:rPr lang="en-IN" b="1" dirty="0"/>
              <a:t> hain</a:t>
            </a:r>
          </a:p>
          <a:p>
            <a:r>
              <a:rPr lang="en-IN" b="1" dirty="0"/>
              <a:t>Random Forest model ka output </a:t>
            </a:r>
            <a:r>
              <a:rPr lang="en-IN" b="1" dirty="0" err="1"/>
              <a:t>hai</a:t>
            </a:r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92426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Model Building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278F43-659B-4457-4E4E-AD290D7395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4265011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r>
              <a:rPr lang="en-IN" sz="3100">
                <a:solidFill>
                  <a:srgbClr val="FFFFFF"/>
                </a:solidFill>
              </a:rPr>
              <a:t>Model Evaluation Metrics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CB24E4A-056D-2065-FC51-BBCDFA2424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9946187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Key Insights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46A052-BB65-3CBA-1FED-B0D5A29C16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7623926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265" y="685800"/>
            <a:ext cx="1979972" cy="5105400"/>
          </a:xfrm>
        </p:spPr>
        <p:txBody>
          <a:bodyPr>
            <a:normAutofit/>
          </a:bodyPr>
          <a:lstStyle/>
          <a:p>
            <a:r>
              <a:rPr lang="en-IN" sz="1600">
                <a:solidFill>
                  <a:srgbClr val="FFFFFF"/>
                </a:solidFill>
              </a:rPr>
              <a:t>Business Recommendations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C1412D9-D21F-A62F-3942-A0C0367C6D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5744279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ED1B64B-251E-446A-A285-6626C4EC0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02B5D1-60D4-4D5B-AFD9-C986E2274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4E16489-5A93-4D86-AAAD-52DB55A81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BC99456E-7EAD-49F1-B2FE-C2C561C0BE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22702DF-10E7-4320-B99B-75D2EE97F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EFA49A8-FE55-4D51-B1C9-11F13FFB7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4C63B37C-8CEE-4A72-AFD8-3C2DBD3725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1245F86-6106-4758-A825-71AC9D6F9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1284051"/>
            <a:ext cx="2109288" cy="3723836"/>
          </a:xfrm>
        </p:spPr>
        <p:txBody>
          <a:bodyPr>
            <a:normAutofit/>
          </a:bodyPr>
          <a:lstStyle/>
          <a:p>
            <a:r>
              <a:rPr lang="en-IN" sz="3100">
                <a:solidFill>
                  <a:srgbClr val="000000"/>
                </a:solidFill>
              </a:rPr>
              <a:t>Conclusion</a:t>
            </a:r>
          </a:p>
        </p:txBody>
      </p:sp>
      <p:sp useBgFill="1">
        <p:nvSpPr>
          <p:cNvPr id="19" name="Rounded Rectangle 16">
            <a:extLst>
              <a:ext uri="{FF2B5EF4-FFF2-40B4-BE49-F238E27FC236}">
                <a16:creationId xmlns:a16="http://schemas.microsoft.com/office/drawing/2014/main" id="{A27AE693-58E8-48BC-8ED0-568ABFEAB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5871" y="648931"/>
            <a:ext cx="5161397" cy="5231964"/>
          </a:xfrm>
          <a:prstGeom prst="roundRect">
            <a:avLst>
              <a:gd name="adj" fmla="val 4834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B15DEB-3F2B-1CC7-C27D-3C7394087B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3054490"/>
              </p:ext>
            </p:extLst>
          </p:nvPr>
        </p:nvGraphicFramePr>
        <p:xfrm>
          <a:off x="3705900" y="992181"/>
          <a:ext cx="4678020" cy="4566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C616B3DC-C165-433D-9187-62DCC0E31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576" y="-4763"/>
            <a:ext cx="3761187" cy="6862763"/>
            <a:chOff x="2928938" y="-4763"/>
            <a:chExt cx="5014912" cy="6862763"/>
          </a:xfrm>
        </p:grpSpPr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97E1BF84-9824-4B0E-98DF-F0F7181DD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A85FA340-7392-4303-9707-A12F45A46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758A9051-2BD9-4868-8B84-344752FA2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58264C49-3539-4CBD-8F11-1106C8B8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1">
              <a:extLst>
                <a:ext uri="{FF2B5EF4-FFF2-40B4-BE49-F238E27FC236}">
                  <a16:creationId xmlns:a16="http://schemas.microsoft.com/office/drawing/2014/main" id="{DE862133-5C7E-4B32-9786-0B33BC51A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12">
              <a:extLst>
                <a:ext uri="{FF2B5EF4-FFF2-40B4-BE49-F238E27FC236}">
                  <a16:creationId xmlns:a16="http://schemas.microsoft.com/office/drawing/2014/main" id="{90925F6C-DF03-4707-9176-6049F049B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5D6F040-2F8F-D3FF-4E43-C00D89CEA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7049" y="4078424"/>
            <a:ext cx="5560217" cy="115542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 b="1" dirty="0">
                <a:latin typeface="Aptos Slab ExtraBold" panose="020F0502020204030204" pitchFamily="34" charset="0"/>
              </a:rPr>
              <a:t>THANK YOU</a:t>
            </a:r>
          </a:p>
        </p:txBody>
      </p:sp>
      <p:sp>
        <p:nvSpPr>
          <p:cNvPr id="35" name="Rounded Rectangle 6">
            <a:extLst>
              <a:ext uri="{FF2B5EF4-FFF2-40B4-BE49-F238E27FC236}">
                <a16:creationId xmlns:a16="http://schemas.microsoft.com/office/drawing/2014/main" id="{EF3E1F0C-BCD9-491F-A435-D4A48FB43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609600"/>
            <a:ext cx="5875020" cy="3139440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Graphic 23" descr="Handshake">
            <a:extLst>
              <a:ext uri="{FF2B5EF4-FFF2-40B4-BE49-F238E27FC236}">
                <a16:creationId xmlns:a16="http://schemas.microsoft.com/office/drawing/2014/main" id="{488A5CDA-FF62-F7E3-2A00-28BFB57F40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99610" y="952500"/>
            <a:ext cx="2453640" cy="245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604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55</TotalTime>
  <Words>401</Words>
  <Application>Microsoft Office PowerPoint</Application>
  <PresentationFormat>On-screen Show (4:3)</PresentationFormat>
  <Paragraphs>78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 Slab ExtraBold</vt:lpstr>
      <vt:lpstr>Arial</vt:lpstr>
      <vt:lpstr>Corbel</vt:lpstr>
      <vt:lpstr>Parallax</vt:lpstr>
      <vt:lpstr>Feature Extraction and Price Prediction for Mobile Phones</vt:lpstr>
      <vt:lpstr>Project Objective</vt:lpstr>
      <vt:lpstr>Dataset Description</vt:lpstr>
      <vt:lpstr>Data Exploration</vt:lpstr>
      <vt:lpstr>Data Exploration Graph</vt:lpstr>
      <vt:lpstr>BRAND  VS  PRICE</vt:lpstr>
      <vt:lpstr>RAM  VS PRICE</vt:lpstr>
      <vt:lpstr>BATTREY VS PRICE </vt:lpstr>
      <vt:lpstr>Data Preprocessing</vt:lpstr>
      <vt:lpstr>Feature Extraction Techniques</vt:lpstr>
      <vt:lpstr>Most Important Features</vt:lpstr>
      <vt:lpstr>Feature Importance Graph </vt:lpstr>
      <vt:lpstr>Model Building</vt:lpstr>
      <vt:lpstr>Model Evaluation Metrics</vt:lpstr>
      <vt:lpstr>Key Insights</vt:lpstr>
      <vt:lpstr>Business Recommendations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Kaushal Rishabh dhiman</dc:creator>
  <cp:keywords/>
  <dc:description>generated using python-pptx</dc:description>
  <cp:lastModifiedBy>royalrajkumar7277@gmail.com</cp:lastModifiedBy>
  <cp:revision>2</cp:revision>
  <dcterms:created xsi:type="dcterms:W3CDTF">2013-01-27T09:14:16Z</dcterms:created>
  <dcterms:modified xsi:type="dcterms:W3CDTF">2026-03-10T11:12:10Z</dcterms:modified>
  <cp:category/>
</cp:coreProperties>
</file>